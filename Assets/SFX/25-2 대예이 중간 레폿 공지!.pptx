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323" r:id="rId2"/>
    <p:sldId id="324" r:id="rId3"/>
    <p:sldId id="329" r:id="rId4"/>
    <p:sldId id="325" r:id="rId5"/>
    <p:sldId id="259" r:id="rId6"/>
    <p:sldId id="294" r:id="rId7"/>
    <p:sldId id="321" r:id="rId8"/>
    <p:sldId id="326" r:id="rId9"/>
    <p:sldId id="296" r:id="rId10"/>
    <p:sldId id="327" r:id="rId11"/>
    <p:sldId id="308" r:id="rId12"/>
    <p:sldId id="309" r:id="rId13"/>
    <p:sldId id="297" r:id="rId14"/>
  </p:sldIdLst>
  <p:sldSz cx="12192000" cy="6858000"/>
  <p:notesSz cx="6858000" cy="9144000"/>
  <p:embeddedFontLst>
    <p:embeddedFont>
      <p:font typeface="함초롬바탕" panose="02030604000101010101" pitchFamily="18" charset="-127"/>
      <p:regular r:id="rId17"/>
      <p:bold r:id="rId18"/>
    </p:embeddedFont>
    <p:embeddedFont>
      <p:font typeface="맑은 고딕" panose="020B0503020000020004" pitchFamily="50" charset="-127"/>
      <p:regular r:id="rId19"/>
      <p:bold r:id="rId20"/>
    </p:embeddedFont>
  </p:embeddedFontLst>
  <p:defaultTextStyle>
    <a:defPPr>
      <a:defRPr lang="ko-KR"/>
    </a:defPPr>
    <a:lvl1pPr marL="0" algn="l" defTabSz="995391" rtl="0" eaLnBrk="1" latinLnBrk="1" hangingPunct="1">
      <a:defRPr sz="1999" kern="1200">
        <a:solidFill>
          <a:schemeClr val="tx1"/>
        </a:solidFill>
        <a:latin typeface="+mn-lt"/>
        <a:ea typeface="+mn-ea"/>
        <a:cs typeface="+mn-cs"/>
      </a:defRPr>
    </a:lvl1pPr>
    <a:lvl2pPr marL="497696" algn="l" defTabSz="995391" rtl="0" eaLnBrk="1" latinLnBrk="1" hangingPunct="1">
      <a:defRPr sz="1999" kern="1200">
        <a:solidFill>
          <a:schemeClr val="tx1"/>
        </a:solidFill>
        <a:latin typeface="+mn-lt"/>
        <a:ea typeface="+mn-ea"/>
        <a:cs typeface="+mn-cs"/>
      </a:defRPr>
    </a:lvl2pPr>
    <a:lvl3pPr marL="995391" algn="l" defTabSz="995391" rtl="0" eaLnBrk="1" latinLnBrk="1" hangingPunct="1">
      <a:defRPr sz="1999" kern="1200">
        <a:solidFill>
          <a:schemeClr val="tx1"/>
        </a:solidFill>
        <a:latin typeface="+mn-lt"/>
        <a:ea typeface="+mn-ea"/>
        <a:cs typeface="+mn-cs"/>
      </a:defRPr>
    </a:lvl3pPr>
    <a:lvl4pPr marL="1493087" algn="l" defTabSz="995391" rtl="0" eaLnBrk="1" latinLnBrk="1" hangingPunct="1">
      <a:defRPr sz="1999" kern="1200">
        <a:solidFill>
          <a:schemeClr val="tx1"/>
        </a:solidFill>
        <a:latin typeface="+mn-lt"/>
        <a:ea typeface="+mn-ea"/>
        <a:cs typeface="+mn-cs"/>
      </a:defRPr>
    </a:lvl4pPr>
    <a:lvl5pPr marL="1990783" algn="l" defTabSz="995391" rtl="0" eaLnBrk="1" latinLnBrk="1" hangingPunct="1">
      <a:defRPr sz="1999" kern="1200">
        <a:solidFill>
          <a:schemeClr val="tx1"/>
        </a:solidFill>
        <a:latin typeface="+mn-lt"/>
        <a:ea typeface="+mn-ea"/>
        <a:cs typeface="+mn-cs"/>
      </a:defRPr>
    </a:lvl5pPr>
    <a:lvl6pPr marL="2488478" algn="l" defTabSz="995391" rtl="0" eaLnBrk="1" latinLnBrk="1" hangingPunct="1">
      <a:defRPr sz="1999" kern="1200">
        <a:solidFill>
          <a:schemeClr val="tx1"/>
        </a:solidFill>
        <a:latin typeface="+mn-lt"/>
        <a:ea typeface="+mn-ea"/>
        <a:cs typeface="+mn-cs"/>
      </a:defRPr>
    </a:lvl6pPr>
    <a:lvl7pPr marL="2986174" algn="l" defTabSz="995391" rtl="0" eaLnBrk="1" latinLnBrk="1" hangingPunct="1">
      <a:defRPr sz="1999" kern="1200">
        <a:solidFill>
          <a:schemeClr val="tx1"/>
        </a:solidFill>
        <a:latin typeface="+mn-lt"/>
        <a:ea typeface="+mn-ea"/>
        <a:cs typeface="+mn-cs"/>
      </a:defRPr>
    </a:lvl7pPr>
    <a:lvl8pPr marL="3483871" algn="l" defTabSz="995391" rtl="0" eaLnBrk="1" latinLnBrk="1" hangingPunct="1">
      <a:defRPr sz="1999" kern="1200">
        <a:solidFill>
          <a:schemeClr val="tx1"/>
        </a:solidFill>
        <a:latin typeface="+mn-lt"/>
        <a:ea typeface="+mn-ea"/>
        <a:cs typeface="+mn-cs"/>
      </a:defRPr>
    </a:lvl8pPr>
    <a:lvl9pPr marL="3981566" algn="l" defTabSz="995391" rtl="0" eaLnBrk="1" latinLnBrk="1" hangingPunct="1">
      <a:defRPr sz="19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4" pos="38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DEC3"/>
    <a:srgbClr val="F6B1AC"/>
    <a:srgbClr val="CC1F00"/>
    <a:srgbClr val="961500"/>
    <a:srgbClr val="DD2201"/>
    <a:srgbClr val="B4C63C"/>
    <a:srgbClr val="D1D790"/>
    <a:srgbClr val="E52300"/>
    <a:srgbClr val="EA24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376" autoAdjust="0"/>
    <p:restoredTop sz="95926" autoAdjust="0"/>
  </p:normalViewPr>
  <p:slideViewPr>
    <p:cSldViewPr>
      <p:cViewPr varScale="1">
        <p:scale>
          <a:sx n="69" d="100"/>
          <a:sy n="69" d="100"/>
        </p:scale>
        <p:origin x="82" y="298"/>
      </p:cViewPr>
      <p:guideLst>
        <p:guide orient="horz" pos="2160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3048" y="6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CFBE2-2B8D-499C-81C9-2CD5B3EB8E93}" type="datetimeFigureOut">
              <a:rPr lang="ko-KR" altLang="en-US" smtClean="0"/>
              <a:pPr/>
              <a:t>2025-09-28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54DD7E-3179-445A-81DB-781C4554AFF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95366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545AC5-813F-4ED1-B011-8EA17CB93331}" type="datetimeFigureOut">
              <a:rPr lang="ko-KR" altLang="en-US" smtClean="0"/>
              <a:pPr/>
              <a:t>2025-09-28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504B90-27FD-422C-8CC6-2AADAD122D0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07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95391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97696" algn="l" defTabSz="995391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95391" algn="l" defTabSz="995391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493087" algn="l" defTabSz="995391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990783" algn="l" defTabSz="995391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488478" algn="l" defTabSz="995391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986174" algn="l" defTabSz="995391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483871" algn="l" defTabSz="995391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981566" algn="l" defTabSz="995391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04B90-27FD-422C-8CC6-2AADAD122D08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4958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6733-6F27-4404-AB51-585418F146E5}" type="datetimeFigureOut">
              <a:rPr lang="ko-KR" altLang="en-US" smtClean="0"/>
              <a:pPr/>
              <a:t>2025-09-28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5" name="제목 1"/>
          <p:cNvSpPr>
            <a:spLocks noGrp="1"/>
          </p:cNvSpPr>
          <p:nvPr>
            <p:ph type="ctrTitle" hasCustomPrompt="1"/>
          </p:nvPr>
        </p:nvSpPr>
        <p:spPr>
          <a:xfrm>
            <a:off x="5994400" y="2276872"/>
            <a:ext cx="5486401" cy="1640944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9569" tIns="49785" rIns="99569" bIns="49785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r" defTabSz="996088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5800" kern="1200" baseline="0" dirty="0">
                <a:solidFill>
                  <a:srgbClr val="9FDEC3"/>
                </a:solidFill>
                <a:effectLst/>
                <a:latin typeface="+mj-lt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입력하시오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6733-6F27-4404-AB51-585418F146E5}" type="datetimeFigureOut">
              <a:rPr lang="ko-KR" altLang="en-US" smtClean="0"/>
              <a:pPr/>
              <a:t>2025-09-28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6733-6F27-4404-AB51-585418F146E5}" type="datetimeFigureOut">
              <a:rPr lang="ko-KR" altLang="en-US" smtClean="0"/>
              <a:pPr/>
              <a:t>2025-09-28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6733-6F27-4404-AB51-585418F146E5}" type="datetimeFigureOut">
              <a:rPr lang="ko-KR" altLang="en-US" smtClean="0"/>
              <a:pPr/>
              <a:t>2025-09-28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4" name="제목 1"/>
          <p:cNvSpPr>
            <a:spLocks noGrp="1"/>
          </p:cNvSpPr>
          <p:nvPr>
            <p:ph type="title"/>
          </p:nvPr>
        </p:nvSpPr>
        <p:spPr>
          <a:xfrm>
            <a:off x="479376" y="254168"/>
            <a:ext cx="9472088" cy="798568"/>
          </a:xfrm>
        </p:spPr>
        <p:txBody>
          <a:bodyPr vert="horz" lIns="99569" tIns="49785" rIns="99569" bIns="49785" rtlCol="0" anchor="ctr">
            <a:normAutofit/>
          </a:bodyPr>
          <a:lstStyle>
            <a:lvl1pPr algn="l" defTabSz="996088" rtl="0" eaLnBrk="1" latinLnBrk="1" hangingPunct="1">
              <a:spcBef>
                <a:spcPct val="0"/>
              </a:spcBef>
              <a:buNone/>
              <a:defRPr lang="ko-KR" altLang="en-US" sz="4000" b="1" kern="1200" baseline="0" dirty="0">
                <a:solidFill>
                  <a:schemeClr val="tx1"/>
                </a:solidFill>
                <a:effectLst/>
                <a:latin typeface="+mj-lt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내용 개체 틀 2"/>
          <p:cNvSpPr>
            <a:spLocks noGrp="1"/>
          </p:cNvSpPr>
          <p:nvPr>
            <p:ph idx="1"/>
          </p:nvPr>
        </p:nvSpPr>
        <p:spPr>
          <a:xfrm>
            <a:off x="479377" y="1413243"/>
            <a:ext cx="11305996" cy="4823421"/>
          </a:xfrm>
        </p:spPr>
        <p:txBody>
          <a:bodyPr>
            <a:normAutofit/>
          </a:bodyPr>
          <a:lstStyle>
            <a:lvl1pPr algn="l">
              <a:buNone/>
              <a:defRPr sz="2001" i="1" baseline="0">
                <a:solidFill>
                  <a:schemeClr val="tx1"/>
                </a:solidFill>
                <a:latin typeface="+mj-lt"/>
                <a:ea typeface="맑은 고딕" pitchFamily="50" charset="-127"/>
              </a:defRPr>
            </a:lvl1pPr>
            <a:lvl2pPr algn="l">
              <a:buNone/>
              <a:defRPr sz="2001" i="1" baseline="0">
                <a:solidFill>
                  <a:schemeClr val="tx1"/>
                </a:solidFill>
                <a:latin typeface="+mj-lt"/>
                <a:ea typeface="맑은 고딕" pitchFamily="50" charset="-127"/>
              </a:defRPr>
            </a:lvl2pPr>
            <a:lvl3pPr algn="l">
              <a:buNone/>
              <a:defRPr sz="2001" i="1" baseline="0">
                <a:solidFill>
                  <a:schemeClr val="tx1"/>
                </a:solidFill>
                <a:latin typeface="+mj-lt"/>
                <a:ea typeface="맑은 고딕" pitchFamily="50" charset="-127"/>
              </a:defRPr>
            </a:lvl3pPr>
            <a:lvl4pPr algn="l">
              <a:buNone/>
              <a:defRPr sz="2001" i="1" baseline="0">
                <a:solidFill>
                  <a:schemeClr val="tx1"/>
                </a:solidFill>
                <a:latin typeface="+mj-lt"/>
                <a:ea typeface="맑은 고딕" pitchFamily="50" charset="-127"/>
              </a:defRPr>
            </a:lvl4pPr>
            <a:lvl5pPr algn="l">
              <a:buNone/>
              <a:defRPr sz="2001" i="1" baseline="0">
                <a:solidFill>
                  <a:schemeClr val="tx1"/>
                </a:solidFill>
                <a:latin typeface="+mj-lt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601" y="6500837"/>
            <a:ext cx="2844800" cy="220641"/>
          </a:xfrm>
        </p:spPr>
        <p:txBody>
          <a:bodyPr/>
          <a:lstStyle/>
          <a:p>
            <a:fld id="{ED3D6733-6F27-4404-AB51-585418F146E5}" type="datetimeFigureOut">
              <a:rPr lang="ko-KR" altLang="en-US" smtClean="0"/>
              <a:pPr/>
              <a:t>2025-09-28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165602" y="6500837"/>
            <a:ext cx="3860800" cy="22064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37601" y="6500837"/>
            <a:ext cx="2844800" cy="220641"/>
          </a:xfrm>
        </p:spPr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479376" y="254168"/>
            <a:ext cx="8059949" cy="798568"/>
          </a:xfrm>
        </p:spPr>
        <p:txBody>
          <a:bodyPr vert="horz" lIns="99569" tIns="49785" rIns="99569" bIns="49785" rtlCol="0" anchor="ctr">
            <a:normAutofit/>
          </a:bodyPr>
          <a:lstStyle>
            <a:lvl1pPr algn="l" defTabSz="996088" rtl="0" eaLnBrk="1" latinLnBrk="1" hangingPunct="1">
              <a:spcBef>
                <a:spcPct val="0"/>
              </a:spcBef>
              <a:buNone/>
              <a:defRPr lang="ko-KR" altLang="en-US" sz="4000" b="1" kern="1200" baseline="0" dirty="0">
                <a:solidFill>
                  <a:schemeClr val="tx1"/>
                </a:solidFill>
                <a:effectLst/>
                <a:latin typeface="+mj-lt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6" name="내용 개체 틀 2"/>
          <p:cNvSpPr>
            <a:spLocks noGrp="1"/>
          </p:cNvSpPr>
          <p:nvPr>
            <p:ph idx="1"/>
          </p:nvPr>
        </p:nvSpPr>
        <p:spPr>
          <a:xfrm>
            <a:off x="479376" y="1413243"/>
            <a:ext cx="11305996" cy="4823421"/>
          </a:xfrm>
        </p:spPr>
        <p:txBody>
          <a:bodyPr>
            <a:normAutofit/>
          </a:bodyPr>
          <a:lstStyle>
            <a:lvl1pPr algn="l">
              <a:buNone/>
              <a:defRPr sz="2001" i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맑은 고딕" pitchFamily="50" charset="-127"/>
              </a:defRPr>
            </a:lvl1pPr>
            <a:lvl2pPr algn="l">
              <a:buNone/>
              <a:defRPr sz="2001" i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맑은 고딕" pitchFamily="50" charset="-127"/>
              </a:defRPr>
            </a:lvl2pPr>
            <a:lvl3pPr algn="l">
              <a:buNone/>
              <a:defRPr sz="2001" i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맑은 고딕" pitchFamily="50" charset="-127"/>
              </a:defRPr>
            </a:lvl3pPr>
            <a:lvl4pPr algn="l">
              <a:buNone/>
              <a:defRPr sz="2001" i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맑은 고딕" pitchFamily="50" charset="-127"/>
              </a:defRPr>
            </a:lvl4pPr>
            <a:lvl5pPr algn="l">
              <a:buNone/>
              <a:defRPr sz="2001" i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6733-6F27-4404-AB51-585418F146E5}" type="datetimeFigureOut">
              <a:rPr lang="ko-KR" altLang="en-US" smtClean="0"/>
              <a:pPr/>
              <a:t>2025-09-28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제목 1"/>
          <p:cNvSpPr>
            <a:spLocks noGrp="1"/>
          </p:cNvSpPr>
          <p:nvPr>
            <p:ph type="ctrTitle"/>
          </p:nvPr>
        </p:nvSpPr>
        <p:spPr>
          <a:xfrm>
            <a:off x="770003" y="1623922"/>
            <a:ext cx="5894481" cy="1877085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9569" tIns="49785" rIns="99569" bIns="49785" numCol="1" rtlCol="0" anchor="ctr" anchorCtr="0" compatLnSpc="1">
            <a:prstTxWarp prst="textNoShape">
              <a:avLst/>
            </a:prstTxWarp>
            <a:noAutofit/>
          </a:bodyPr>
          <a:lstStyle>
            <a:lvl1pPr marL="0" indent="0" algn="l" defTabSz="996088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7200" kern="1200" baseline="0" dirty="0">
                <a:solidFill>
                  <a:srgbClr val="F6B1AC"/>
                </a:solidFill>
                <a:effectLst/>
                <a:latin typeface="+mj-lt"/>
                <a:ea typeface="맑은 고딕" pitchFamily="50" charset="-127"/>
                <a:cs typeface="+mj-cs"/>
              </a:defRPr>
            </a:lvl1pPr>
          </a:lstStyle>
          <a:p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600" y="19027"/>
            <a:ext cx="10972800" cy="796908"/>
          </a:xfrm>
          <a:prstGeom prst="rect">
            <a:avLst/>
          </a:prstGeom>
        </p:spPr>
        <p:txBody>
          <a:bodyPr vert="horz" lIns="99569" tIns="49785" rIns="99569" bIns="49785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062021"/>
            <a:ext cx="10972800" cy="5286412"/>
          </a:xfrm>
          <a:prstGeom prst="rect">
            <a:avLst/>
          </a:prstGeom>
        </p:spPr>
        <p:txBody>
          <a:bodyPr vert="horz" lIns="99569" tIns="49785" rIns="99569" bIns="49785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1" y="6429400"/>
            <a:ext cx="2844800" cy="292079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l">
              <a:defRPr sz="13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D6733-6F27-4404-AB51-585418F146E5}" type="datetimeFigureOut">
              <a:rPr lang="ko-KR" altLang="en-US" smtClean="0"/>
              <a:pPr/>
              <a:t>2025-09-28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2" y="6429400"/>
            <a:ext cx="3860800" cy="292079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ctr">
              <a:defRPr sz="13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1" y="6429400"/>
            <a:ext cx="2844800" cy="292079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r">
              <a:defRPr sz="13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1" r:id="rId3"/>
    <p:sldLayoutId id="2147483656" r:id="rId4"/>
    <p:sldLayoutId id="2147483650" r:id="rId5"/>
    <p:sldLayoutId id="2147483657" r:id="rId6"/>
  </p:sldLayoutIdLst>
  <p:txStyles>
    <p:titleStyle>
      <a:lvl1pPr algn="l" defTabSz="996088" rtl="0" eaLnBrk="1" latinLnBrk="1" hangingPunct="1">
        <a:spcBef>
          <a:spcPct val="0"/>
        </a:spcBef>
        <a:buNone/>
        <a:defRPr lang="ko-KR" altLang="en-US" sz="3802" kern="1200">
          <a:solidFill>
            <a:sysClr val="windowText" lastClr="000000"/>
          </a:solidFill>
          <a:latin typeface="맑은 고딕" pitchFamily="50" charset="-127"/>
          <a:ea typeface="맑은 고딕" pitchFamily="50" charset="-127"/>
          <a:cs typeface="+mj-cs"/>
        </a:defRPr>
      </a:lvl1pPr>
    </p:titleStyle>
    <p:bodyStyle>
      <a:lvl1pPr marL="373533" indent="-373533" algn="l" defTabSz="996088" rtl="0" eaLnBrk="1" latinLnBrk="1" hangingPunct="1">
        <a:spcBef>
          <a:spcPct val="20000"/>
        </a:spcBef>
        <a:buFont typeface="Arial" pitchFamily="34" charset="0"/>
        <a:buChar char="•"/>
        <a:defRPr lang="ko-KR" altLang="en-US" sz="2701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809322" indent="-311277" algn="l" defTabSz="996088" rtl="0" eaLnBrk="1" latinLnBrk="1" hangingPunct="1">
        <a:spcBef>
          <a:spcPct val="20000"/>
        </a:spcBef>
        <a:buFont typeface="Arial" pitchFamily="34" charset="0"/>
        <a:buChar char="–"/>
        <a:defRPr lang="ko-KR" altLang="en-US" sz="2001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245111" indent="-249023" algn="l" defTabSz="996088" rtl="0" eaLnBrk="1" latinLnBrk="1" hangingPunct="1">
        <a:spcBef>
          <a:spcPct val="20000"/>
        </a:spcBef>
        <a:buFont typeface="Arial" pitchFamily="34" charset="0"/>
        <a:buChar char="•"/>
        <a:defRPr lang="ko-KR" altLang="en-US" sz="2001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743155" indent="-249023" algn="l" defTabSz="996088" rtl="0" eaLnBrk="1" latinLnBrk="1" hangingPunct="1">
        <a:spcBef>
          <a:spcPct val="20000"/>
        </a:spcBef>
        <a:buFont typeface="Arial" pitchFamily="34" charset="0"/>
        <a:buChar char="–"/>
        <a:defRPr lang="ko-KR" altLang="en-US" sz="2001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241199" indent="-249023" algn="l" defTabSz="996088" rtl="0" eaLnBrk="1" latinLnBrk="1" hangingPunct="1">
        <a:spcBef>
          <a:spcPct val="20000"/>
        </a:spcBef>
        <a:buFont typeface="Arial" pitchFamily="34" charset="0"/>
        <a:buChar char="»"/>
        <a:defRPr lang="ko-KR" altLang="en-US" sz="2001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739243" indent="-249023" algn="l" defTabSz="996088" rtl="0" eaLnBrk="1" latinLnBrk="1" hangingPunct="1">
        <a:spcBef>
          <a:spcPct val="20000"/>
        </a:spcBef>
        <a:buFont typeface="Arial" pitchFamily="34" charset="0"/>
        <a:buChar char="•"/>
        <a:defRPr sz="2201" kern="1200">
          <a:solidFill>
            <a:schemeClr val="tx1"/>
          </a:solidFill>
          <a:latin typeface="+mn-lt"/>
          <a:ea typeface="+mn-ea"/>
          <a:cs typeface="+mn-cs"/>
        </a:defRPr>
      </a:lvl6pPr>
      <a:lvl7pPr marL="3237287" indent="-249023" algn="l" defTabSz="996088" rtl="0" eaLnBrk="1" latinLnBrk="1" hangingPunct="1">
        <a:spcBef>
          <a:spcPct val="20000"/>
        </a:spcBef>
        <a:buFont typeface="Arial" pitchFamily="34" charset="0"/>
        <a:buChar char="•"/>
        <a:defRPr sz="2201" kern="1200">
          <a:solidFill>
            <a:schemeClr val="tx1"/>
          </a:solidFill>
          <a:latin typeface="+mn-lt"/>
          <a:ea typeface="+mn-ea"/>
          <a:cs typeface="+mn-cs"/>
        </a:defRPr>
      </a:lvl7pPr>
      <a:lvl8pPr marL="3735332" indent="-249023" algn="l" defTabSz="996088" rtl="0" eaLnBrk="1" latinLnBrk="1" hangingPunct="1">
        <a:spcBef>
          <a:spcPct val="20000"/>
        </a:spcBef>
        <a:buFont typeface="Arial" pitchFamily="34" charset="0"/>
        <a:buChar char="•"/>
        <a:defRPr sz="2201" kern="1200">
          <a:solidFill>
            <a:schemeClr val="tx1"/>
          </a:solidFill>
          <a:latin typeface="+mn-lt"/>
          <a:ea typeface="+mn-ea"/>
          <a:cs typeface="+mn-cs"/>
        </a:defRPr>
      </a:lvl8pPr>
      <a:lvl9pPr marL="4233376" indent="-249023" algn="l" defTabSz="996088" rtl="0" eaLnBrk="1" latinLnBrk="1" hangingPunct="1">
        <a:spcBef>
          <a:spcPct val="20000"/>
        </a:spcBef>
        <a:buFont typeface="Arial" pitchFamily="34" charset="0"/>
        <a:buChar char="•"/>
        <a:defRPr sz="22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6088" rtl="0" eaLnBrk="1" latinLnBrk="1" hangingPunct="1">
        <a:defRPr sz="2001" kern="1200">
          <a:solidFill>
            <a:schemeClr val="tx1"/>
          </a:solidFill>
          <a:latin typeface="+mn-lt"/>
          <a:ea typeface="+mn-ea"/>
          <a:cs typeface="+mn-cs"/>
        </a:defRPr>
      </a:lvl1pPr>
      <a:lvl2pPr marL="498044" algn="l" defTabSz="996088" rtl="0" eaLnBrk="1" latinLnBrk="1" hangingPunct="1">
        <a:defRPr sz="2001" kern="1200">
          <a:solidFill>
            <a:schemeClr val="tx1"/>
          </a:solidFill>
          <a:latin typeface="+mn-lt"/>
          <a:ea typeface="+mn-ea"/>
          <a:cs typeface="+mn-cs"/>
        </a:defRPr>
      </a:lvl2pPr>
      <a:lvl3pPr marL="996088" algn="l" defTabSz="996088" rtl="0" eaLnBrk="1" latinLnBrk="1" hangingPunct="1">
        <a:defRPr sz="2001" kern="1200">
          <a:solidFill>
            <a:schemeClr val="tx1"/>
          </a:solidFill>
          <a:latin typeface="+mn-lt"/>
          <a:ea typeface="+mn-ea"/>
          <a:cs typeface="+mn-cs"/>
        </a:defRPr>
      </a:lvl3pPr>
      <a:lvl4pPr marL="1494132" algn="l" defTabSz="996088" rtl="0" eaLnBrk="1" latinLnBrk="1" hangingPunct="1">
        <a:defRPr sz="2001" kern="1200">
          <a:solidFill>
            <a:schemeClr val="tx1"/>
          </a:solidFill>
          <a:latin typeface="+mn-lt"/>
          <a:ea typeface="+mn-ea"/>
          <a:cs typeface="+mn-cs"/>
        </a:defRPr>
      </a:lvl4pPr>
      <a:lvl5pPr marL="1992177" algn="l" defTabSz="996088" rtl="0" eaLnBrk="1" latinLnBrk="1" hangingPunct="1">
        <a:defRPr sz="2001" kern="1200">
          <a:solidFill>
            <a:schemeClr val="tx1"/>
          </a:solidFill>
          <a:latin typeface="+mn-lt"/>
          <a:ea typeface="+mn-ea"/>
          <a:cs typeface="+mn-cs"/>
        </a:defRPr>
      </a:lvl5pPr>
      <a:lvl6pPr marL="2490221" algn="l" defTabSz="996088" rtl="0" eaLnBrk="1" latinLnBrk="1" hangingPunct="1">
        <a:defRPr sz="2001" kern="1200">
          <a:solidFill>
            <a:schemeClr val="tx1"/>
          </a:solidFill>
          <a:latin typeface="+mn-lt"/>
          <a:ea typeface="+mn-ea"/>
          <a:cs typeface="+mn-cs"/>
        </a:defRPr>
      </a:lvl6pPr>
      <a:lvl7pPr marL="2988265" algn="l" defTabSz="996088" rtl="0" eaLnBrk="1" latinLnBrk="1" hangingPunct="1">
        <a:defRPr sz="2001" kern="1200">
          <a:solidFill>
            <a:schemeClr val="tx1"/>
          </a:solidFill>
          <a:latin typeface="+mn-lt"/>
          <a:ea typeface="+mn-ea"/>
          <a:cs typeface="+mn-cs"/>
        </a:defRPr>
      </a:lvl7pPr>
      <a:lvl8pPr marL="3486310" algn="l" defTabSz="996088" rtl="0" eaLnBrk="1" latinLnBrk="1" hangingPunct="1">
        <a:defRPr sz="2001" kern="1200">
          <a:solidFill>
            <a:schemeClr val="tx1"/>
          </a:solidFill>
          <a:latin typeface="+mn-lt"/>
          <a:ea typeface="+mn-ea"/>
          <a:cs typeface="+mn-cs"/>
        </a:defRPr>
      </a:lvl8pPr>
      <a:lvl9pPr marL="3984354" algn="l" defTabSz="996088" rtl="0" eaLnBrk="1" latinLnBrk="1" hangingPunct="1">
        <a:defRPr sz="20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5714088" y="2533947"/>
            <a:ext cx="5766713" cy="1640944"/>
          </a:xfrm>
        </p:spPr>
        <p:txBody>
          <a:bodyPr/>
          <a:lstStyle/>
          <a:p>
            <a:r>
              <a:rPr lang="ko-KR" altLang="en-US" sz="4800" dirty="0"/>
              <a:t>대중 예술의 이해</a:t>
            </a:r>
            <a:br>
              <a:rPr lang="en-US" altLang="ko-KR" dirty="0"/>
            </a:br>
            <a:r>
              <a:rPr lang="ko-KR" altLang="en-US" sz="2800" kern="0" spc="0" dirty="0">
                <a:solidFill>
                  <a:srgbClr val="F6B1AC"/>
                </a:solidFill>
                <a:effectLst/>
                <a:ea typeface="함초롬바탕"/>
              </a:rPr>
              <a:t>중간 대체 </a:t>
            </a:r>
            <a:r>
              <a:rPr lang="ko-KR" altLang="en-US" sz="2800" kern="0" spc="0" dirty="0" err="1">
                <a:solidFill>
                  <a:srgbClr val="F6B1AC"/>
                </a:solidFill>
                <a:effectLst/>
                <a:ea typeface="함초롬바탕"/>
              </a:rPr>
              <a:t>레폿</a:t>
            </a:r>
            <a:r>
              <a:rPr lang="ko-KR" altLang="en-US" sz="2800" kern="0" spc="0" dirty="0">
                <a:solidFill>
                  <a:srgbClr val="F6B1AC"/>
                </a:solidFill>
                <a:effectLst/>
                <a:ea typeface="함초롬바탕"/>
              </a:rPr>
              <a:t> 관련 공지</a:t>
            </a:r>
            <a:r>
              <a:rPr lang="en-US" altLang="ko-KR" sz="2800" kern="0" spc="0" dirty="0">
                <a:solidFill>
                  <a:srgbClr val="F6B1AC"/>
                </a:solidFill>
                <a:effectLst/>
                <a:latin typeface="함초롬바탕"/>
              </a:rPr>
              <a:t>!!</a:t>
            </a:r>
            <a:br>
              <a:rPr lang="ko-KR" altLang="en-US" sz="2800" kern="0" spc="0" dirty="0">
                <a:solidFill>
                  <a:srgbClr val="F6B1AC"/>
                </a:solidFill>
                <a:effectLst/>
              </a:rPr>
            </a:br>
            <a:endParaRPr lang="ko-KR" altLang="en-US" sz="2800" dirty="0">
              <a:solidFill>
                <a:srgbClr val="F6B1AC"/>
              </a:solidFill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248128" y="2366298"/>
            <a:ext cx="4104456" cy="1697608"/>
            <a:chOff x="7248128" y="2348880"/>
            <a:chExt cx="4104456" cy="1697608"/>
          </a:xfrm>
        </p:grpSpPr>
        <p:cxnSp>
          <p:nvCxnSpPr>
            <p:cNvPr id="4" name="직선 연결선 3"/>
            <p:cNvCxnSpPr/>
            <p:nvPr/>
          </p:nvCxnSpPr>
          <p:spPr>
            <a:xfrm>
              <a:off x="7248128" y="2348880"/>
              <a:ext cx="410445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/>
            <p:cNvCxnSpPr/>
            <p:nvPr/>
          </p:nvCxnSpPr>
          <p:spPr>
            <a:xfrm>
              <a:off x="7248128" y="4046488"/>
              <a:ext cx="410445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90042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511046"/>
            <a:ext cx="10009112" cy="798568"/>
          </a:xfrm>
        </p:spPr>
        <p:txBody>
          <a:bodyPr>
            <a:normAutofit fontScale="90000"/>
          </a:bodyPr>
          <a:lstStyle/>
          <a:p>
            <a:r>
              <a:rPr lang="ko-KR" altLang="en-US" kern="0" dirty="0">
                <a:solidFill>
                  <a:srgbClr val="000000"/>
                </a:solidFill>
                <a:ea typeface="함초롬바탕"/>
              </a:rPr>
              <a:t>다음주 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10</a:t>
            </a:r>
            <a:r>
              <a:rPr lang="ko-KR" altLang="en-US" kern="0" dirty="0">
                <a:solidFill>
                  <a:srgbClr val="000000"/>
                </a:solidFill>
                <a:ea typeface="함초롬바탕"/>
              </a:rPr>
              <a:t>월 </a:t>
            </a:r>
            <a:r>
              <a:rPr lang="en-US" altLang="ko-KR" kern="0" dirty="0">
                <a:solidFill>
                  <a:srgbClr val="000000"/>
                </a:solidFill>
                <a:ea typeface="함초롬바탕"/>
              </a:rPr>
              <a:t>20</a:t>
            </a:r>
            <a:r>
              <a:rPr lang="ko-KR" altLang="en-US" kern="0" dirty="0">
                <a:solidFill>
                  <a:srgbClr val="000000"/>
                </a:solidFill>
                <a:ea typeface="함초롬바탕"/>
              </a:rPr>
              <a:t>일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</a:rPr>
              <a:t>(</a:t>
            </a:r>
            <a:r>
              <a:rPr lang="ko-KR" altLang="en-US" kern="0" dirty="0">
                <a:solidFill>
                  <a:srgbClr val="000000"/>
                </a:solidFill>
                <a:latin typeface="함초롬바탕"/>
              </a:rPr>
              <a:t>월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</a:rPr>
              <a:t>)-26(</a:t>
            </a:r>
            <a:r>
              <a:rPr lang="ko-KR" altLang="en-US" kern="0" dirty="0">
                <a:solidFill>
                  <a:srgbClr val="000000"/>
                </a:solidFill>
                <a:latin typeface="함초롬바탕"/>
              </a:rPr>
              <a:t>일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</a:rPr>
              <a:t>)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</a:rPr>
              <a:t>tls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</a:rPr>
              <a:t> </a:t>
            </a:r>
            <a:r>
              <a:rPr lang="ko-KR" altLang="en-US" kern="0" dirty="0" err="1">
                <a:solidFill>
                  <a:srgbClr val="000000"/>
                </a:solidFill>
                <a:latin typeface="함초롬바탕"/>
              </a:rPr>
              <a:t>과제란</a:t>
            </a:r>
            <a:r>
              <a:rPr lang="ko-KR" altLang="en-US" kern="0" dirty="0" err="1">
                <a:solidFill>
                  <a:srgbClr val="000000"/>
                </a:solidFill>
                <a:ea typeface="함초롬바탕"/>
              </a:rPr>
              <a:t>에</a:t>
            </a:r>
            <a:r>
              <a:rPr lang="ko-KR" altLang="en-US" kern="0" dirty="0">
                <a:solidFill>
                  <a:srgbClr val="000000"/>
                </a:solidFill>
                <a:ea typeface="함초롬바탕"/>
              </a:rPr>
              <a:t> 제출</a:t>
            </a:r>
            <a:r>
              <a:rPr lang="en-US" altLang="ko-KR" kern="0" dirty="0">
                <a:solidFill>
                  <a:srgbClr val="000000"/>
                </a:solidFill>
                <a:ea typeface="함초롬바탕"/>
              </a:rPr>
              <a:t>!!</a:t>
            </a:r>
            <a:br>
              <a:rPr lang="en-US" altLang="ko-KR" kern="0" dirty="0">
                <a:solidFill>
                  <a:srgbClr val="000000"/>
                </a:solidFill>
                <a:ea typeface="함초롬바탕"/>
              </a:rPr>
            </a:br>
            <a:r>
              <a:rPr lang="en-US" altLang="ko-KR" sz="2200" kern="0" dirty="0">
                <a:solidFill>
                  <a:srgbClr val="000000"/>
                </a:solidFill>
                <a:ea typeface="함초롬바탕"/>
              </a:rPr>
              <a:t>*</a:t>
            </a:r>
            <a:r>
              <a:rPr lang="ko-KR" altLang="en-US" sz="2200" kern="0" dirty="0" err="1">
                <a:solidFill>
                  <a:srgbClr val="000000"/>
                </a:solidFill>
                <a:ea typeface="함초롬바탕"/>
              </a:rPr>
              <a:t>과제란은</a:t>
            </a:r>
            <a:r>
              <a:rPr lang="ko-KR" altLang="en-US" sz="2200" kern="0" dirty="0">
                <a:solidFill>
                  <a:srgbClr val="000000"/>
                </a:solidFill>
                <a:ea typeface="함초롬바탕"/>
              </a:rPr>
              <a:t> </a:t>
            </a:r>
            <a:r>
              <a:rPr lang="en-US" altLang="ko-KR" sz="2200" kern="0" dirty="0">
                <a:solidFill>
                  <a:srgbClr val="000000"/>
                </a:solidFill>
                <a:ea typeface="함초롬바탕"/>
              </a:rPr>
              <a:t>20</a:t>
            </a:r>
            <a:r>
              <a:rPr lang="ko-KR" altLang="en-US" sz="2200" kern="0" dirty="0">
                <a:solidFill>
                  <a:srgbClr val="000000"/>
                </a:solidFill>
                <a:ea typeface="함초롬바탕"/>
              </a:rPr>
              <a:t>일 오전에 만들어집니다</a:t>
            </a:r>
            <a:r>
              <a:rPr lang="en-US" altLang="ko-KR" sz="2200" kern="0" dirty="0">
                <a:solidFill>
                  <a:srgbClr val="000000"/>
                </a:solidFill>
                <a:ea typeface="함초롬바탕"/>
              </a:rPr>
              <a:t>^^</a:t>
            </a:r>
            <a:br>
              <a:rPr lang="ko-KR" altLang="en-US" sz="2200" kern="0" dirty="0">
                <a:solidFill>
                  <a:srgbClr val="000000"/>
                </a:solidFill>
              </a:rPr>
            </a:br>
            <a:endParaRPr lang="ko-KR" altLang="en-US" sz="2200" dirty="0"/>
          </a:p>
        </p:txBody>
      </p:sp>
      <p:sp>
        <p:nvSpPr>
          <p:cNvPr id="37" name="내용 개체 틀 36"/>
          <p:cNvSpPr>
            <a:spLocks noGrp="1"/>
          </p:cNvSpPr>
          <p:nvPr>
            <p:ph idx="1"/>
          </p:nvPr>
        </p:nvSpPr>
        <p:spPr>
          <a:xfrm>
            <a:off x="371364" y="1484784"/>
            <a:ext cx="11449272" cy="5215730"/>
          </a:xfrm>
        </p:spPr>
        <p:txBody>
          <a:bodyPr>
            <a:normAutofit fontScale="70000" lnSpcReduction="20000"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900" i="0" kern="0" spc="0" dirty="0">
                <a:solidFill>
                  <a:srgbClr val="000000"/>
                </a:solidFill>
                <a:effectLst/>
                <a:latin typeface="함초롬바탕"/>
              </a:rPr>
              <a:t>-</a:t>
            </a:r>
            <a:r>
              <a:rPr lang="ko-KR" altLang="en-US" sz="2900" i="0" kern="0" spc="0" dirty="0">
                <a:solidFill>
                  <a:srgbClr val="000000"/>
                </a:solidFill>
                <a:effectLst/>
                <a:ea typeface="함초롬바탕"/>
              </a:rPr>
              <a:t>글자크기 본문 </a:t>
            </a:r>
            <a:r>
              <a:rPr lang="en-US" altLang="ko-KR" sz="2900" i="0" kern="0" spc="0" dirty="0">
                <a:solidFill>
                  <a:srgbClr val="000000"/>
                </a:solidFill>
                <a:effectLst/>
                <a:latin typeface="함초롬바탕"/>
              </a:rPr>
              <a:t>10-11, </a:t>
            </a:r>
            <a:r>
              <a:rPr lang="ko-KR" altLang="en-US" sz="2900" i="0" kern="0" spc="0" dirty="0">
                <a:solidFill>
                  <a:srgbClr val="000000"/>
                </a:solidFill>
                <a:effectLst/>
                <a:latin typeface="함초롬바탕"/>
              </a:rPr>
              <a:t>행간 </a:t>
            </a:r>
            <a:r>
              <a:rPr lang="en-US" altLang="ko-KR" sz="2900" i="0" kern="0" spc="0" dirty="0">
                <a:solidFill>
                  <a:srgbClr val="000000"/>
                </a:solidFill>
                <a:effectLst/>
                <a:latin typeface="함초롬바탕"/>
              </a:rPr>
              <a:t>160-180, </a:t>
            </a:r>
            <a:r>
              <a:rPr lang="ko-KR" altLang="en-US" sz="2900" i="0" kern="0" spc="0" dirty="0">
                <a:solidFill>
                  <a:srgbClr val="000000"/>
                </a:solidFill>
                <a:effectLst/>
                <a:latin typeface="함초롬바탕"/>
              </a:rPr>
              <a:t>제목 </a:t>
            </a:r>
            <a:r>
              <a:rPr lang="en-US" altLang="ko-KR" sz="2900" i="0" kern="0" spc="0" dirty="0">
                <a:solidFill>
                  <a:srgbClr val="000000"/>
                </a:solidFill>
                <a:effectLst/>
                <a:latin typeface="함초롬바탕"/>
              </a:rPr>
              <a:t>13-15</a:t>
            </a:r>
            <a:endParaRPr lang="ko-KR" altLang="en-US" sz="2900" i="0" kern="0" spc="0" dirty="0">
              <a:solidFill>
                <a:srgbClr val="000000"/>
              </a:solidFill>
              <a:effectLst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900" i="0" kern="0" spc="0" dirty="0">
                <a:solidFill>
                  <a:srgbClr val="000000"/>
                </a:solidFill>
                <a:effectLst/>
                <a:latin typeface="함초롬바탕"/>
              </a:rPr>
              <a:t>-</a:t>
            </a:r>
            <a:r>
              <a:rPr lang="ko-KR" altLang="en-US" sz="2900" i="0" kern="0" spc="0" dirty="0" err="1">
                <a:solidFill>
                  <a:srgbClr val="000000"/>
                </a:solidFill>
                <a:effectLst/>
                <a:ea typeface="함초롬바탕"/>
              </a:rPr>
              <a:t>겉표지</a:t>
            </a:r>
            <a:r>
              <a:rPr lang="ko-KR" altLang="en-US" sz="2900" i="0" kern="0" spc="0" dirty="0">
                <a:solidFill>
                  <a:srgbClr val="000000"/>
                </a:solidFill>
                <a:effectLst/>
                <a:ea typeface="함초롬바탕"/>
              </a:rPr>
              <a:t> 없이 </a:t>
            </a:r>
            <a:r>
              <a:rPr lang="en-US" altLang="ko-KR" sz="2900" i="0" kern="0" spc="0" dirty="0">
                <a:solidFill>
                  <a:srgbClr val="000000"/>
                </a:solidFill>
                <a:effectLst/>
                <a:latin typeface="함초롬바탕"/>
              </a:rPr>
              <a:t>5</a:t>
            </a:r>
            <a:r>
              <a:rPr lang="ko-KR" altLang="en-US" sz="2900" i="0" kern="0" spc="0" dirty="0">
                <a:solidFill>
                  <a:srgbClr val="000000"/>
                </a:solidFill>
                <a:effectLst/>
                <a:ea typeface="함초롬바탕"/>
              </a:rPr>
              <a:t>장</a:t>
            </a:r>
            <a:r>
              <a:rPr lang="en-US" altLang="ko-KR" sz="2900" i="0" kern="0" spc="0" dirty="0">
                <a:solidFill>
                  <a:srgbClr val="000000"/>
                </a:solidFill>
                <a:effectLst/>
                <a:latin typeface="함초롬바탕"/>
              </a:rPr>
              <a:t>(</a:t>
            </a:r>
            <a:r>
              <a:rPr lang="ko-KR" altLang="en-US" sz="2900" i="0" kern="0" spc="0" dirty="0">
                <a:solidFill>
                  <a:srgbClr val="000000"/>
                </a:solidFill>
                <a:effectLst/>
                <a:ea typeface="함초롬바탕"/>
              </a:rPr>
              <a:t>단면</a:t>
            </a:r>
            <a:r>
              <a:rPr lang="en-US" altLang="ko-KR" sz="2900" i="0" kern="0" spc="0" dirty="0">
                <a:solidFill>
                  <a:srgbClr val="000000"/>
                </a:solidFill>
                <a:effectLst/>
                <a:latin typeface="함초롬바탕"/>
              </a:rPr>
              <a:t>)(</a:t>
            </a:r>
            <a:r>
              <a:rPr lang="ko-KR" altLang="en-US" sz="2900" i="0" kern="0" spc="0" dirty="0">
                <a:solidFill>
                  <a:srgbClr val="000000"/>
                </a:solidFill>
                <a:effectLst/>
                <a:ea typeface="함초롬바탕"/>
              </a:rPr>
              <a:t>본인 사진</a:t>
            </a:r>
            <a:r>
              <a:rPr lang="en-US" altLang="ko-KR" sz="2900" i="0" kern="0" spc="0" dirty="0">
                <a:solidFill>
                  <a:srgbClr val="000000"/>
                </a:solidFill>
                <a:effectLst/>
                <a:latin typeface="함초롬바탕"/>
              </a:rPr>
              <a:t>+PR </a:t>
            </a:r>
            <a:r>
              <a:rPr lang="ko-KR" altLang="en-US" sz="2900" i="0" kern="0" spc="0" dirty="0">
                <a:solidFill>
                  <a:srgbClr val="000000"/>
                </a:solidFill>
                <a:effectLst/>
                <a:ea typeface="함초롬바탕"/>
              </a:rPr>
              <a:t>포함해서</a:t>
            </a:r>
            <a:r>
              <a:rPr lang="en-US" altLang="ko-KR" sz="2900" i="0" kern="0" spc="0" dirty="0">
                <a:solidFill>
                  <a:srgbClr val="000000"/>
                </a:solidFill>
                <a:effectLst/>
                <a:latin typeface="함초롬바탕"/>
              </a:rPr>
              <a:t>~)</a:t>
            </a:r>
            <a:endParaRPr lang="ko-KR" altLang="en-US" sz="2900" i="0" kern="0" spc="0" dirty="0">
              <a:solidFill>
                <a:srgbClr val="000000"/>
              </a:solidFill>
              <a:effectLst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900" i="0" kern="0" spc="0" dirty="0">
                <a:solidFill>
                  <a:srgbClr val="000000"/>
                </a:solidFill>
                <a:effectLst/>
                <a:latin typeface="함초롬바탕"/>
              </a:rPr>
              <a:t>-</a:t>
            </a:r>
            <a:r>
              <a:rPr lang="ko-KR" altLang="en-US" sz="2900" i="0" kern="0" spc="0" dirty="0">
                <a:solidFill>
                  <a:srgbClr val="000000"/>
                </a:solidFill>
                <a:effectLst/>
                <a:ea typeface="함초롬바탕"/>
              </a:rPr>
              <a:t>서</a:t>
            </a:r>
            <a:r>
              <a:rPr lang="ko-KR" altLang="en-US" sz="2900" i="0" kern="0" spc="0" dirty="0">
                <a:solidFill>
                  <a:srgbClr val="000000"/>
                </a:solidFill>
                <a:effectLst/>
                <a:latin typeface="함초롬바탕"/>
              </a:rPr>
              <a:t>*</a:t>
            </a:r>
            <a:r>
              <a:rPr lang="ko-KR" altLang="en-US" sz="2900" i="0" kern="0" spc="0" dirty="0">
                <a:solidFill>
                  <a:srgbClr val="000000"/>
                </a:solidFill>
                <a:effectLst/>
                <a:ea typeface="함초롬바탕"/>
              </a:rPr>
              <a:t>본</a:t>
            </a:r>
            <a:r>
              <a:rPr lang="ko-KR" altLang="en-US" sz="2900" i="0" kern="0" spc="0" dirty="0">
                <a:solidFill>
                  <a:srgbClr val="000000"/>
                </a:solidFill>
                <a:effectLst/>
                <a:latin typeface="함초롬바탕"/>
              </a:rPr>
              <a:t>*</a:t>
            </a:r>
            <a:r>
              <a:rPr lang="ko-KR" altLang="en-US" sz="2900" i="0" kern="0" spc="0" dirty="0">
                <a:solidFill>
                  <a:srgbClr val="000000"/>
                </a:solidFill>
                <a:effectLst/>
                <a:ea typeface="함초롬바탕"/>
              </a:rPr>
              <a:t>결</a:t>
            </a:r>
            <a:r>
              <a:rPr lang="en-US" altLang="ko-KR" sz="2900" i="0" kern="0" spc="0" dirty="0">
                <a:solidFill>
                  <a:srgbClr val="000000"/>
                </a:solidFill>
                <a:effectLst/>
                <a:latin typeface="함초롬바탕"/>
              </a:rPr>
              <a:t>(</a:t>
            </a:r>
            <a:r>
              <a:rPr lang="ko-KR" altLang="en-US" sz="2900" i="0" kern="0" spc="0" dirty="0">
                <a:solidFill>
                  <a:srgbClr val="000000"/>
                </a:solidFill>
                <a:effectLst/>
                <a:ea typeface="함초롬바탕"/>
              </a:rPr>
              <a:t>본인의 생각 </a:t>
            </a:r>
            <a:r>
              <a:rPr lang="en-US" altLang="ko-KR" sz="2900" i="0" kern="0" spc="0" dirty="0">
                <a:solidFill>
                  <a:srgbClr val="000000"/>
                </a:solidFill>
                <a:effectLst/>
                <a:latin typeface="함초롬바탕"/>
              </a:rPr>
              <a:t>80%</a:t>
            </a:r>
            <a:r>
              <a:rPr lang="ko-KR" altLang="en-US" sz="2900" i="0" kern="0" spc="0" dirty="0">
                <a:solidFill>
                  <a:srgbClr val="000000"/>
                </a:solidFill>
                <a:effectLst/>
                <a:ea typeface="함초롬바탕"/>
              </a:rPr>
              <a:t>이상</a:t>
            </a:r>
            <a:r>
              <a:rPr lang="en-US" altLang="ko-KR" sz="2900" i="0" kern="0" spc="0" dirty="0">
                <a:solidFill>
                  <a:srgbClr val="000000"/>
                </a:solidFill>
                <a:effectLst/>
                <a:latin typeface="함초롬바탕"/>
              </a:rPr>
              <a:t>), </a:t>
            </a:r>
            <a:r>
              <a:rPr lang="ko-KR" altLang="en-US" sz="2900" i="0" kern="0" spc="0" dirty="0">
                <a:solidFill>
                  <a:srgbClr val="000000"/>
                </a:solidFill>
                <a:effectLst/>
                <a:ea typeface="함초롬바탕"/>
              </a:rPr>
              <a:t>참고문헌 혹은 참고 사이트 기재</a:t>
            </a:r>
            <a:r>
              <a:rPr lang="en-US" altLang="ko-KR" sz="2900" i="0" kern="0" spc="0" dirty="0">
                <a:solidFill>
                  <a:srgbClr val="000000"/>
                </a:solidFill>
                <a:effectLst/>
                <a:ea typeface="함초롬바탕"/>
              </a:rPr>
              <a:t>!</a:t>
            </a:r>
            <a:endParaRPr lang="ko-KR" altLang="en-US" sz="2900" i="0" kern="0" spc="0" dirty="0">
              <a:solidFill>
                <a:srgbClr val="000000"/>
              </a:solidFill>
              <a:effectLst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900" i="0" kern="0" spc="0" dirty="0">
                <a:solidFill>
                  <a:srgbClr val="000000"/>
                </a:solidFill>
                <a:effectLst/>
                <a:ea typeface="함초롬바탕"/>
              </a:rPr>
              <a:t>주제 </a:t>
            </a:r>
            <a:r>
              <a:rPr lang="en-US" altLang="ko-KR" sz="2900" i="0" kern="0" spc="0" dirty="0">
                <a:solidFill>
                  <a:srgbClr val="000000"/>
                </a:solidFill>
                <a:effectLst/>
                <a:latin typeface="함초롬바탕"/>
              </a:rPr>
              <a:t>: </a:t>
            </a:r>
            <a:r>
              <a:rPr lang="ko-KR" altLang="en-US" sz="2900" i="0" kern="0" spc="0" dirty="0">
                <a:solidFill>
                  <a:srgbClr val="000000"/>
                </a:solidFill>
                <a:effectLst/>
                <a:latin typeface="함초롬바탕"/>
              </a:rPr>
              <a:t>둘 중에 하나 </a:t>
            </a:r>
            <a:r>
              <a:rPr lang="ko-KR" altLang="en-US" sz="2900" b="1" i="0" kern="0" spc="0" dirty="0">
                <a:solidFill>
                  <a:srgbClr val="000000"/>
                </a:solidFill>
                <a:effectLst/>
                <a:latin typeface="함초롬바탕"/>
              </a:rPr>
              <a:t>선택</a:t>
            </a:r>
            <a:r>
              <a:rPr lang="ko-KR" altLang="en-US" sz="2900" i="0" kern="0" spc="0" dirty="0">
                <a:solidFill>
                  <a:srgbClr val="000000"/>
                </a:solidFill>
                <a:effectLst/>
                <a:latin typeface="함초롬바탕"/>
              </a:rPr>
              <a:t>해서 쓰기</a:t>
            </a:r>
            <a:r>
              <a:rPr lang="en-US" altLang="ko-KR" sz="2900" i="0" kern="0" spc="0" dirty="0">
                <a:solidFill>
                  <a:srgbClr val="000000"/>
                </a:solidFill>
                <a:effectLst/>
                <a:latin typeface="함초롬바탕"/>
              </a:rPr>
              <a:t>!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900" b="1" i="0" kern="0" spc="0" dirty="0">
                <a:solidFill>
                  <a:srgbClr val="000000"/>
                </a:solidFill>
                <a:effectLst/>
                <a:ea typeface="함초롬바탕"/>
              </a:rPr>
              <a:t>1. </a:t>
            </a:r>
            <a:r>
              <a:rPr lang="en-US" altLang="ko-KR" sz="2900" b="1" i="0" kern="0" dirty="0">
                <a:solidFill>
                  <a:srgbClr val="000000"/>
                </a:solidFill>
                <a:latin typeface="함초롬바탕"/>
              </a:rPr>
              <a:t>"</a:t>
            </a:r>
            <a:r>
              <a:rPr lang="ko-KR" altLang="en-US" sz="2900" b="1" i="0" kern="0" dirty="0">
                <a:solidFill>
                  <a:srgbClr val="000000"/>
                </a:solidFill>
                <a:ea typeface="함초롬바탕"/>
              </a:rPr>
              <a:t>원 소스 멀티 </a:t>
            </a:r>
            <a:r>
              <a:rPr lang="ko-KR" altLang="en-US" sz="2900" b="1" i="0" kern="0" dirty="0" err="1">
                <a:solidFill>
                  <a:srgbClr val="000000"/>
                </a:solidFill>
                <a:ea typeface="함초롬바탕"/>
              </a:rPr>
              <a:t>유즈</a:t>
            </a:r>
            <a:r>
              <a:rPr lang="en-US" altLang="ko-KR" sz="2900" b="1" i="0" kern="0" dirty="0">
                <a:solidFill>
                  <a:srgbClr val="000000"/>
                </a:solidFill>
                <a:latin typeface="함초롬바탕"/>
              </a:rPr>
              <a:t>"</a:t>
            </a:r>
            <a:endParaRPr lang="ko-KR" altLang="en-US" sz="2900" b="1" i="0" kern="0" dirty="0">
              <a:solidFill>
                <a:srgbClr val="000000"/>
              </a:solidFill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900" i="0" kern="0" spc="0" dirty="0">
                <a:solidFill>
                  <a:srgbClr val="000000"/>
                </a:solidFill>
                <a:effectLst/>
                <a:ea typeface="함초롬바탕"/>
              </a:rPr>
              <a:t>대중예술 중 한 작품을 선택하여 원작과 변화된 또 다른 콘텐츠 비교분석하기</a:t>
            </a:r>
            <a:endParaRPr lang="en-US" altLang="ko-KR" sz="2900" i="0" kern="0" spc="0" dirty="0">
              <a:solidFill>
                <a:srgbClr val="000000"/>
              </a:solidFill>
              <a:effectLst/>
              <a:ea typeface="함초롬바탕"/>
            </a:endParaRPr>
          </a:p>
          <a:p>
            <a:pPr>
              <a:buNone/>
            </a:pPr>
            <a:r>
              <a:rPr lang="en-US" altLang="ko-KR" sz="2900" i="0" dirty="0"/>
              <a:t>(*</a:t>
            </a:r>
            <a:r>
              <a:rPr lang="ko-KR" altLang="en-US" sz="2900" i="0" u="sng" dirty="0"/>
              <a:t>가급적 웹툰은 </a:t>
            </a:r>
            <a:r>
              <a:rPr lang="ko-KR" altLang="en-US" sz="2900" i="0" u="sng" dirty="0" err="1"/>
              <a:t>안하면</a:t>
            </a:r>
            <a:r>
              <a:rPr lang="ko-KR" altLang="en-US" sz="2900" i="0" u="sng" dirty="0"/>
              <a:t> </a:t>
            </a:r>
            <a:r>
              <a:rPr lang="ko-KR" altLang="en-US" sz="2900" i="0" u="sng" dirty="0" err="1"/>
              <a:t>좋겠는데ㅠㅠㅠㅠ그치만</a:t>
            </a:r>
            <a:r>
              <a:rPr lang="en-US" altLang="ko-KR" sz="2900" i="0" u="sng" dirty="0"/>
              <a:t>!!</a:t>
            </a:r>
            <a:r>
              <a:rPr lang="ko-KR" altLang="en-US" sz="2900" i="0" u="sng" dirty="0"/>
              <a:t>해도 </a:t>
            </a:r>
            <a:r>
              <a:rPr lang="ko-KR" altLang="en-US" sz="2900" i="0" u="sng" dirty="0" err="1"/>
              <a:t>되지용</a:t>
            </a:r>
            <a:r>
              <a:rPr lang="en-US" altLang="ko-KR" sz="2900" i="0" u="sng" dirty="0"/>
              <a:t>~)</a:t>
            </a:r>
          </a:p>
          <a:p>
            <a:pPr>
              <a:buNone/>
            </a:pPr>
            <a:endParaRPr lang="en-US" altLang="ko-KR" sz="2900" i="0" dirty="0"/>
          </a:p>
          <a:p>
            <a:pPr>
              <a:buNone/>
            </a:pPr>
            <a:r>
              <a:rPr lang="en-US" altLang="ko-KR" sz="2900" b="1" i="0" dirty="0"/>
              <a:t>2. “</a:t>
            </a:r>
            <a:r>
              <a:rPr lang="ko-KR" altLang="en-US" sz="2900" b="1" i="0" dirty="0"/>
              <a:t>새로운 콘텐츠를 찾아서</a:t>
            </a:r>
            <a:r>
              <a:rPr lang="en-US" altLang="ko-KR" sz="2900" b="1" i="0" dirty="0"/>
              <a:t>”</a:t>
            </a:r>
          </a:p>
          <a:p>
            <a:pPr>
              <a:buNone/>
            </a:pPr>
            <a:r>
              <a:rPr lang="ko-KR" altLang="en-US" sz="2900" i="0" dirty="0"/>
              <a:t>연출자가 되어</a:t>
            </a:r>
            <a:r>
              <a:rPr lang="en-US" altLang="ko-KR" sz="2900" i="0" dirty="0"/>
              <a:t>, </a:t>
            </a:r>
            <a:r>
              <a:rPr lang="ko-KR" altLang="en-US" sz="2900" i="0" dirty="0"/>
              <a:t>간독이 되어</a:t>
            </a:r>
            <a:r>
              <a:rPr lang="en-US" altLang="ko-KR" sz="2900" i="0" dirty="0"/>
              <a:t>, PD</a:t>
            </a:r>
            <a:r>
              <a:rPr lang="ko-KR" altLang="en-US" sz="2900" i="0" dirty="0"/>
              <a:t>가 되어</a:t>
            </a:r>
            <a:r>
              <a:rPr lang="en-US" altLang="ko-KR" sz="2900" i="0" dirty="0"/>
              <a:t>, </a:t>
            </a:r>
            <a:r>
              <a:rPr lang="ko-KR" altLang="en-US" sz="2900" i="0" dirty="0" err="1"/>
              <a:t>유튜버가</a:t>
            </a:r>
            <a:r>
              <a:rPr lang="ko-KR" altLang="en-US" sz="2900" i="0" dirty="0"/>
              <a:t> 되어</a:t>
            </a:r>
            <a:r>
              <a:rPr lang="en-US" altLang="ko-KR" sz="2900" i="0" dirty="0"/>
              <a:t>!!!</a:t>
            </a:r>
          </a:p>
          <a:p>
            <a:pPr>
              <a:buNone/>
            </a:pPr>
            <a:endParaRPr lang="en-US" altLang="ko-KR" sz="2900" i="0" dirty="0"/>
          </a:p>
          <a:p>
            <a:r>
              <a:rPr lang="en-US" altLang="ko-KR" sz="2900" b="1" i="0" dirty="0"/>
              <a:t>3. “</a:t>
            </a:r>
            <a:r>
              <a:rPr lang="ko-KR" altLang="en-US" sz="2900" b="1" i="0" dirty="0"/>
              <a:t>한 장르 혹은 한 작품 </a:t>
            </a:r>
            <a:r>
              <a:rPr lang="ko-KR" altLang="en-US" sz="2900" b="1" i="0" dirty="0" err="1"/>
              <a:t>뽀시기</a:t>
            </a:r>
            <a:r>
              <a:rPr lang="ko-KR" altLang="en-US" sz="2900" b="1" i="0" dirty="0"/>
              <a:t> </a:t>
            </a:r>
            <a:r>
              <a:rPr lang="ko-KR" altLang="en-US" sz="2900" b="1" i="0" dirty="0" err="1"/>
              <a:t>대작전</a:t>
            </a:r>
            <a:r>
              <a:rPr lang="en-US" altLang="ko-KR" sz="2900" b="1" i="0" dirty="0"/>
              <a:t>”</a:t>
            </a:r>
          </a:p>
          <a:p>
            <a:pPr>
              <a:buNone/>
            </a:pPr>
            <a:r>
              <a:rPr lang="ko-KR" altLang="en-US" sz="2900" i="0" dirty="0"/>
              <a:t>한 작품의 모든 것을 파헤쳐보기</a:t>
            </a:r>
            <a:r>
              <a:rPr lang="en-US" altLang="ko-KR" sz="2900" i="0" dirty="0"/>
              <a:t>!!!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800" i="0" kern="0" spc="0" dirty="0">
              <a:solidFill>
                <a:srgbClr val="000000"/>
              </a:solidFill>
              <a:effectLst/>
            </a:endParaRPr>
          </a:p>
          <a:p>
            <a:endParaRPr lang="ko-KR" altLang="en-US" i="0" dirty="0"/>
          </a:p>
        </p:txBody>
      </p:sp>
    </p:spTree>
    <p:extLst>
      <p:ext uri="{BB962C8B-B14F-4D97-AF65-F5344CB8AC3E}">
        <p14:creationId xmlns:p14="http://schemas.microsoft.com/office/powerpoint/2010/main" val="357061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C2AC08-32BC-4BA3-B2CB-B855128A5997}"/>
              </a:ext>
            </a:extLst>
          </p:cNvPr>
          <p:cNvSpPr txBox="1"/>
          <p:nvPr/>
        </p:nvSpPr>
        <p:spPr>
          <a:xfrm>
            <a:off x="407368" y="258578"/>
            <a:ext cx="7776864" cy="700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800" b="1" kern="0" dirty="0">
                <a:solidFill>
                  <a:srgbClr val="000000"/>
                </a:solidFill>
              </a:rPr>
              <a:t>첫</a:t>
            </a:r>
            <a:r>
              <a:rPr lang="en-US" altLang="ko-KR" sz="2800" b="1" kern="0" dirty="0">
                <a:solidFill>
                  <a:srgbClr val="000000"/>
                </a:solidFill>
              </a:rPr>
              <a:t> </a:t>
            </a:r>
            <a:r>
              <a:rPr lang="ko-KR" altLang="en-US" sz="2800" b="1" kern="0" dirty="0">
                <a:solidFill>
                  <a:srgbClr val="000000"/>
                </a:solidFill>
              </a:rPr>
              <a:t>번째 주제와 관련해서 책 소개</a:t>
            </a:r>
            <a:r>
              <a:rPr lang="en-US" altLang="ko-KR" sz="2800" b="1" kern="0" dirty="0">
                <a:solidFill>
                  <a:srgbClr val="000000"/>
                </a:solidFill>
              </a:rPr>
              <a:t>~</a:t>
            </a:r>
            <a:r>
              <a:rPr lang="en-US" altLang="ko-KR" sz="2800" b="1" kern="0" dirty="0" err="1">
                <a:solidFill>
                  <a:srgbClr val="000000"/>
                </a:solidFill>
              </a:rPr>
              <a:t>GoGo</a:t>
            </a:r>
            <a:r>
              <a:rPr lang="en-US" altLang="ko-KR" sz="2800" b="1" kern="0" dirty="0">
                <a:solidFill>
                  <a:srgbClr val="000000"/>
                </a:solidFill>
              </a:rPr>
              <a:t>~!!</a:t>
            </a:r>
            <a:endParaRPr lang="ko-KR" altLang="en-US" sz="2800" b="1" kern="0" spc="0" dirty="0">
              <a:solidFill>
                <a:srgbClr val="000000"/>
              </a:solidFill>
              <a:effectLst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4103F97-6A8F-4A17-A90B-0A99191D0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61232048">
            <a:extLst>
              <a:ext uri="{FF2B5EF4-FFF2-40B4-BE49-F238E27FC236}">
                <a16:creationId xmlns:a16="http://schemas.microsoft.com/office/drawing/2014/main" id="{65A3164B-A57E-45CC-9B8A-114971957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472" y="2351088"/>
            <a:ext cx="25527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FDDF8293-48E4-42A6-B14A-41723E74D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808" y="3394634"/>
            <a:ext cx="4084427" cy="707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/>
              <a:t>요런 책들이 조금이라도 도움이 </a:t>
            </a:r>
            <a:endParaRPr lang="en-US" altLang="ko-KR" dirty="0"/>
          </a:p>
          <a:p>
            <a:r>
              <a:rPr lang="ko-KR" altLang="en-US" dirty="0"/>
              <a:t>되었음 좋겠어요</a:t>
            </a:r>
            <a:r>
              <a:rPr lang="en-US" altLang="ko-KR" dirty="0"/>
              <a:t>^^</a:t>
            </a:r>
            <a:endParaRPr lang="ko-KR" altLang="en-US" dirty="0"/>
          </a:p>
        </p:txBody>
      </p:sp>
      <p:pic>
        <p:nvPicPr>
          <p:cNvPr id="1027" name="_x61232048">
            <a:extLst>
              <a:ext uri="{FF2B5EF4-FFF2-40B4-BE49-F238E27FC236}">
                <a16:creationId xmlns:a16="http://schemas.microsoft.com/office/drawing/2014/main" id="{773CA64F-F1B7-47C9-9F21-63B17FE9E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288" y="1366017"/>
            <a:ext cx="2690304" cy="3810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8338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07368" y="620688"/>
            <a:ext cx="9937104" cy="798568"/>
          </a:xfrm>
        </p:spPr>
        <p:txBody>
          <a:bodyPr>
            <a:normAutofit fontScale="90000"/>
          </a:bodyPr>
          <a:lstStyle/>
          <a:p>
            <a:r>
              <a:rPr lang="ko-KR" altLang="en-US" kern="0" dirty="0">
                <a:solidFill>
                  <a:srgbClr val="000000"/>
                </a:solidFill>
                <a:ea typeface="함초롬바탕"/>
              </a:rPr>
              <a:t>여러분의 질문을 </a:t>
            </a:r>
            <a:r>
              <a:rPr lang="ko-KR" altLang="en-US" kern="0" dirty="0" err="1">
                <a:solidFill>
                  <a:srgbClr val="000000"/>
                </a:solidFill>
                <a:ea typeface="함초롬바탕"/>
              </a:rPr>
              <a:t>모아모아모아서</a:t>
            </a:r>
            <a:r>
              <a:rPr lang="ko-KR" altLang="en-US" kern="0" dirty="0">
                <a:solidFill>
                  <a:srgbClr val="000000"/>
                </a:solidFill>
                <a:ea typeface="함초롬바탕"/>
              </a:rPr>
              <a:t> 정리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</a:rPr>
              <a:t>!!</a:t>
            </a:r>
            <a:br>
              <a:rPr lang="ko-KR" altLang="en-US" kern="0" dirty="0">
                <a:solidFill>
                  <a:srgbClr val="000000"/>
                </a:solidFill>
              </a:rPr>
            </a:b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3C6D56-6B1F-4BEB-841C-8FF3F2F339E9}"/>
              </a:ext>
            </a:extLst>
          </p:cNvPr>
          <p:cNvSpPr txBox="1"/>
          <p:nvPr/>
        </p:nvSpPr>
        <p:spPr>
          <a:xfrm>
            <a:off x="1199456" y="1268760"/>
            <a:ext cx="10102824" cy="6082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400" b="1" i="0" kern="0" spc="0" dirty="0">
                <a:solidFill>
                  <a:srgbClr val="000000"/>
                </a:solidFill>
                <a:effectLst/>
                <a:latin typeface="함초롬바탕"/>
              </a:rPr>
              <a:t>1. </a:t>
            </a:r>
            <a:r>
              <a:rPr lang="ko-KR" altLang="en-US" sz="2200" b="1" i="0" kern="0" spc="0" dirty="0">
                <a:solidFill>
                  <a:srgbClr val="000000"/>
                </a:solidFill>
                <a:effectLst/>
                <a:ea typeface="함초롬바탕"/>
              </a:rPr>
              <a:t>본인 사진은 </a:t>
            </a:r>
            <a:r>
              <a:rPr lang="ko-KR" altLang="en-US" sz="2200" b="1" i="0" kern="0" spc="0" dirty="0" err="1">
                <a:solidFill>
                  <a:srgbClr val="000000"/>
                </a:solidFill>
                <a:effectLst/>
                <a:ea typeface="함초롬바탕"/>
              </a:rPr>
              <a:t>레폿에</a:t>
            </a:r>
            <a:r>
              <a:rPr lang="ko-KR" altLang="en-US" sz="2200" b="1" i="0" kern="0" spc="0" dirty="0">
                <a:solidFill>
                  <a:srgbClr val="000000"/>
                </a:solidFill>
                <a:effectLst/>
                <a:ea typeface="함초롬바탕"/>
              </a:rPr>
              <a:t> 첨부해서 내주세요</a:t>
            </a:r>
            <a:r>
              <a:rPr lang="en-US" altLang="ko-KR" sz="2200" b="1" i="0" kern="0" spc="0" dirty="0">
                <a:solidFill>
                  <a:srgbClr val="000000"/>
                </a:solidFill>
                <a:effectLst/>
                <a:latin typeface="함초롬바탕"/>
              </a:rPr>
              <a:t>.(</a:t>
            </a:r>
            <a:r>
              <a:rPr lang="ko-KR" altLang="en-US" sz="2200" b="1" i="0" kern="0" spc="0" dirty="0">
                <a:solidFill>
                  <a:srgbClr val="000000"/>
                </a:solidFill>
                <a:effectLst/>
                <a:latin typeface="함초롬바탕"/>
              </a:rPr>
              <a:t>증명사진 스타일은 </a:t>
            </a:r>
            <a:r>
              <a:rPr lang="en-US" altLang="ko-KR" sz="2200" b="1" kern="0" dirty="0" err="1">
                <a:solidFill>
                  <a:srgbClr val="000000"/>
                </a:solidFill>
                <a:latin typeface="함초롬바탕"/>
              </a:rPr>
              <a:t>NoNo</a:t>
            </a:r>
            <a:r>
              <a:rPr lang="en-US" altLang="ko-KR" sz="2200" b="1" kern="0" dirty="0">
                <a:solidFill>
                  <a:srgbClr val="000000"/>
                </a:solidFill>
                <a:latin typeface="함초롬바탕"/>
              </a:rPr>
              <a:t>~</a:t>
            </a:r>
            <a:r>
              <a:rPr lang="en-US" altLang="ko-KR" sz="2200" b="1" i="0" kern="0" spc="0" dirty="0">
                <a:solidFill>
                  <a:srgbClr val="000000"/>
                </a:solidFill>
                <a:effectLst/>
                <a:latin typeface="함초롬바탕"/>
              </a:rPr>
              <a:t>)</a:t>
            </a:r>
            <a:endParaRPr lang="ko-KR" altLang="en-US" sz="2200" b="1" i="0" kern="0" spc="0" dirty="0">
              <a:solidFill>
                <a:srgbClr val="000000"/>
              </a:solidFill>
              <a:effectLst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200" b="1" i="0" kern="0" spc="0" dirty="0">
                <a:solidFill>
                  <a:srgbClr val="000000"/>
                </a:solidFill>
                <a:effectLst/>
                <a:latin typeface="함초롬바탕"/>
              </a:rPr>
              <a:t>2. </a:t>
            </a:r>
            <a:r>
              <a:rPr lang="ko-KR" altLang="en-US" sz="2200" b="1" i="0" kern="0" spc="0" dirty="0">
                <a:solidFill>
                  <a:srgbClr val="000000"/>
                </a:solidFill>
                <a:effectLst/>
                <a:ea typeface="함초롬바탕"/>
              </a:rPr>
              <a:t>본인 </a:t>
            </a:r>
            <a:r>
              <a:rPr lang="en-US" altLang="ko-KR" sz="2200" b="1" i="0" kern="0" spc="0" dirty="0">
                <a:solidFill>
                  <a:srgbClr val="000000"/>
                </a:solidFill>
                <a:effectLst/>
                <a:latin typeface="함초롬바탕"/>
              </a:rPr>
              <a:t>PR</a:t>
            </a:r>
            <a:r>
              <a:rPr lang="ko-KR" altLang="en-US" sz="2200" b="1" i="0" kern="0" spc="0" dirty="0">
                <a:solidFill>
                  <a:srgbClr val="000000"/>
                </a:solidFill>
                <a:effectLst/>
                <a:ea typeface="함초롬바탕"/>
              </a:rPr>
              <a:t>은 </a:t>
            </a:r>
            <a:r>
              <a:rPr lang="en-US" altLang="ko-KR" sz="2200" b="1" i="0" kern="0" spc="0" dirty="0">
                <a:solidFill>
                  <a:srgbClr val="000000"/>
                </a:solidFill>
                <a:effectLst/>
                <a:latin typeface="함초롬바탕"/>
              </a:rPr>
              <a:t>5-8</a:t>
            </a:r>
            <a:r>
              <a:rPr lang="ko-KR" altLang="en-US" sz="2200" b="1" i="0" kern="0" spc="0" dirty="0">
                <a:solidFill>
                  <a:srgbClr val="000000"/>
                </a:solidFill>
                <a:effectLst/>
                <a:ea typeface="함초롬바탕"/>
              </a:rPr>
              <a:t>줄 정도가 적당하죠</a:t>
            </a:r>
            <a:r>
              <a:rPr lang="en-US" altLang="ko-KR" sz="2200" b="1" i="0" kern="0" spc="0" dirty="0">
                <a:solidFill>
                  <a:srgbClr val="000000"/>
                </a:solidFill>
                <a:effectLst/>
                <a:latin typeface="함초롬바탕"/>
              </a:rPr>
              <a:t>~</a:t>
            </a:r>
            <a:r>
              <a:rPr lang="ko-KR" altLang="en-US" sz="2200" b="1" i="0" kern="0" spc="0" dirty="0">
                <a:solidFill>
                  <a:srgbClr val="000000"/>
                </a:solidFill>
                <a:effectLst/>
                <a:ea typeface="함초롬바탕"/>
              </a:rPr>
              <a:t>넘어도 혼나지 않아요</a:t>
            </a:r>
            <a:r>
              <a:rPr lang="en-US" altLang="ko-KR" sz="2200" b="1" i="0" kern="0" spc="0" dirty="0">
                <a:solidFill>
                  <a:srgbClr val="000000"/>
                </a:solidFill>
                <a:effectLst/>
                <a:latin typeface="함초롬바탕"/>
              </a:rPr>
              <a:t>~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200" b="1" kern="0" dirty="0">
                <a:solidFill>
                  <a:srgbClr val="000000"/>
                </a:solidFill>
                <a:latin typeface="함초롬바탕"/>
              </a:rPr>
              <a:t>   </a:t>
            </a:r>
            <a:r>
              <a:rPr lang="ko-KR" altLang="en-US" sz="2200" b="1" i="0" kern="0" spc="0" dirty="0">
                <a:solidFill>
                  <a:srgbClr val="000000"/>
                </a:solidFill>
                <a:effectLst/>
                <a:latin typeface="함초롬바탕"/>
              </a:rPr>
              <a:t>장수는 단면으로 </a:t>
            </a:r>
            <a:r>
              <a:rPr lang="en-US" altLang="ko-KR" sz="2200" b="1" i="0" kern="0" spc="0" dirty="0">
                <a:solidFill>
                  <a:srgbClr val="000000"/>
                </a:solidFill>
                <a:effectLst/>
                <a:latin typeface="함초롬바탕"/>
              </a:rPr>
              <a:t>5</a:t>
            </a:r>
            <a:r>
              <a:rPr lang="ko-KR" altLang="en-US" sz="2200" b="1" i="0" kern="0" spc="0" dirty="0">
                <a:solidFill>
                  <a:srgbClr val="000000"/>
                </a:solidFill>
                <a:effectLst/>
                <a:latin typeface="함초롬바탕"/>
              </a:rPr>
              <a:t>장</a:t>
            </a:r>
            <a:r>
              <a:rPr lang="en-US" altLang="ko-KR" sz="2200" b="1" i="0" kern="0" spc="0" dirty="0">
                <a:solidFill>
                  <a:srgbClr val="000000"/>
                </a:solidFill>
                <a:effectLst/>
                <a:latin typeface="함초롬바탕"/>
              </a:rPr>
              <a:t>!! 6</a:t>
            </a:r>
            <a:r>
              <a:rPr lang="ko-KR" altLang="en-US" sz="2200" b="1" i="0" kern="0" spc="0" dirty="0">
                <a:solidFill>
                  <a:srgbClr val="000000"/>
                </a:solidFill>
                <a:effectLst/>
                <a:latin typeface="함초롬바탕"/>
              </a:rPr>
              <a:t>장</a:t>
            </a:r>
            <a:r>
              <a:rPr lang="en-US" altLang="ko-KR" sz="2200" b="1" i="0" kern="0" spc="0" dirty="0">
                <a:solidFill>
                  <a:srgbClr val="000000"/>
                </a:solidFill>
                <a:effectLst/>
                <a:latin typeface="함초롬바탕"/>
              </a:rPr>
              <a:t>? </a:t>
            </a:r>
            <a:r>
              <a:rPr lang="ko-KR" altLang="en-US" sz="2200" b="1" i="0" kern="0" spc="0" dirty="0">
                <a:solidFill>
                  <a:srgbClr val="000000"/>
                </a:solidFill>
                <a:effectLst/>
                <a:latin typeface="함초롬바탕"/>
              </a:rPr>
              <a:t>괜찮아요</a:t>
            </a:r>
            <a:r>
              <a:rPr lang="en-US" altLang="ko-KR" sz="2200" b="1" i="0" kern="0" spc="0" dirty="0">
                <a:solidFill>
                  <a:srgbClr val="000000"/>
                </a:solidFill>
                <a:effectLst/>
                <a:latin typeface="함초롬바탕"/>
              </a:rPr>
              <a:t>~</a:t>
            </a:r>
            <a:endParaRPr lang="ko-KR" altLang="en-US" sz="2200" b="1" i="0" kern="0" spc="0" dirty="0">
              <a:solidFill>
                <a:srgbClr val="000000"/>
              </a:solidFill>
              <a:effectLst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200" b="1" i="0" kern="0" spc="0" dirty="0">
                <a:solidFill>
                  <a:srgbClr val="000000"/>
                </a:solidFill>
                <a:effectLst/>
                <a:latin typeface="함초롬바탕"/>
              </a:rPr>
              <a:t>3. </a:t>
            </a:r>
            <a:r>
              <a:rPr lang="ko-KR" altLang="en-US" sz="2200" b="1" i="0" kern="0" spc="0" dirty="0" err="1">
                <a:solidFill>
                  <a:srgbClr val="000000"/>
                </a:solidFill>
                <a:effectLst/>
                <a:ea typeface="함초롬바탕"/>
              </a:rPr>
              <a:t>레폿에</a:t>
            </a:r>
            <a:r>
              <a:rPr lang="ko-KR" altLang="en-US" sz="2200" b="1" i="0" kern="0" spc="0" dirty="0">
                <a:solidFill>
                  <a:srgbClr val="000000"/>
                </a:solidFill>
                <a:effectLst/>
                <a:ea typeface="함초롬바탕"/>
              </a:rPr>
              <a:t> 이미지 첨부 가능</a:t>
            </a:r>
            <a:r>
              <a:rPr lang="en-US" altLang="ko-KR" sz="2200" b="1" i="0" kern="0" spc="0" dirty="0">
                <a:solidFill>
                  <a:srgbClr val="000000"/>
                </a:solidFill>
                <a:effectLst/>
                <a:latin typeface="함초롬바탕"/>
              </a:rPr>
              <a:t>!!!But </a:t>
            </a:r>
            <a:r>
              <a:rPr lang="ko-KR" altLang="en-US" sz="2200" b="1" i="0" kern="0" spc="0" dirty="0">
                <a:solidFill>
                  <a:srgbClr val="000000"/>
                </a:solidFill>
                <a:effectLst/>
                <a:ea typeface="함초롬바탕"/>
              </a:rPr>
              <a:t>이미지가 너무 크면 점수 데미지 큼</a:t>
            </a:r>
            <a:r>
              <a:rPr lang="en-US" altLang="ko-KR" sz="2200" b="1" i="0" kern="0" spc="0" dirty="0">
                <a:solidFill>
                  <a:srgbClr val="000000"/>
                </a:solidFill>
                <a:effectLst/>
                <a:latin typeface="함초롬바탕"/>
              </a:rPr>
              <a:t>^^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200" b="1" kern="0" dirty="0">
                <a:solidFill>
                  <a:srgbClr val="000000"/>
                </a:solidFill>
                <a:latin typeface="함초롬바탕"/>
              </a:rPr>
              <a:t>   (</a:t>
            </a:r>
            <a:r>
              <a:rPr lang="en-US" altLang="ko-KR" sz="2200" b="1" kern="0" dirty="0" err="1">
                <a:solidFill>
                  <a:srgbClr val="000000"/>
                </a:solidFill>
                <a:latin typeface="함초롬바탕"/>
              </a:rPr>
              <a:t>tls</a:t>
            </a:r>
            <a:r>
              <a:rPr lang="ko-KR" altLang="en-US" sz="2200" b="1" kern="0" dirty="0">
                <a:solidFill>
                  <a:srgbClr val="000000"/>
                </a:solidFill>
                <a:latin typeface="함초롬바탕"/>
              </a:rPr>
              <a:t>에</a:t>
            </a:r>
            <a:r>
              <a:rPr lang="en-US" altLang="ko-KR" sz="2200" b="1" kern="0" dirty="0">
                <a:solidFill>
                  <a:srgbClr val="000000"/>
                </a:solidFill>
                <a:latin typeface="함초롬바탕"/>
              </a:rPr>
              <a:t> </a:t>
            </a:r>
            <a:r>
              <a:rPr lang="ko-KR" altLang="en-US" sz="2200" b="1" kern="0" dirty="0">
                <a:solidFill>
                  <a:srgbClr val="000000"/>
                </a:solidFill>
                <a:latin typeface="함초롬바탕"/>
              </a:rPr>
              <a:t>올린 이미지 컷 예시 참고하세요</a:t>
            </a:r>
            <a:r>
              <a:rPr lang="en-US" altLang="ko-KR" sz="2200" b="1" kern="0" dirty="0">
                <a:solidFill>
                  <a:srgbClr val="000000"/>
                </a:solidFill>
                <a:latin typeface="함초롬바탕"/>
              </a:rPr>
              <a:t>!)</a:t>
            </a:r>
            <a:endParaRPr lang="ko-KR" altLang="en-US" sz="2200" b="1" i="0" kern="0" spc="0" dirty="0">
              <a:solidFill>
                <a:srgbClr val="000000"/>
              </a:solidFill>
              <a:effectLst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200" b="1" i="0" kern="0" spc="0" dirty="0">
                <a:solidFill>
                  <a:srgbClr val="000000"/>
                </a:solidFill>
                <a:effectLst/>
                <a:latin typeface="함초롬바탕"/>
              </a:rPr>
              <a:t>4. </a:t>
            </a:r>
            <a:r>
              <a:rPr lang="ko-KR" altLang="en-US" sz="2200" b="1" i="0" kern="0" spc="0" dirty="0">
                <a:solidFill>
                  <a:srgbClr val="000000"/>
                </a:solidFill>
                <a:effectLst/>
                <a:latin typeface="함초롬바탕"/>
              </a:rPr>
              <a:t>첫번째 주제와 관련해서 </a:t>
            </a:r>
            <a:r>
              <a:rPr lang="ko-KR" altLang="en-US" sz="2200" b="1" i="0" kern="0" spc="0" dirty="0">
                <a:solidFill>
                  <a:srgbClr val="000000"/>
                </a:solidFill>
                <a:effectLst/>
                <a:ea typeface="함초롬바탕"/>
              </a:rPr>
              <a:t>원작과 다시 만들어진 작품 </a:t>
            </a:r>
            <a:r>
              <a:rPr lang="en-US" altLang="ko-KR" sz="2200" b="1" i="0" kern="0" spc="0" dirty="0">
                <a:solidFill>
                  <a:srgbClr val="000000"/>
                </a:solidFill>
                <a:effectLst/>
                <a:latin typeface="함초롬바탕"/>
              </a:rPr>
              <a:t>2</a:t>
            </a:r>
            <a:r>
              <a:rPr lang="ko-KR" altLang="en-US" sz="2200" b="1" i="0" kern="0" spc="0" dirty="0">
                <a:solidFill>
                  <a:srgbClr val="000000"/>
                </a:solidFill>
                <a:effectLst/>
                <a:ea typeface="함초롬바탕"/>
              </a:rPr>
              <a:t>개 이상 </a:t>
            </a:r>
            <a:r>
              <a:rPr lang="ko-KR" altLang="en-US" sz="2200" b="1" kern="0" dirty="0">
                <a:solidFill>
                  <a:srgbClr val="000000"/>
                </a:solidFill>
                <a:ea typeface="함초롬바탕"/>
              </a:rPr>
              <a:t>써</a:t>
            </a:r>
            <a:r>
              <a:rPr lang="ko-KR" altLang="en-US" sz="2200" b="1" i="0" kern="0" spc="0" dirty="0">
                <a:solidFill>
                  <a:srgbClr val="000000"/>
                </a:solidFill>
                <a:effectLst/>
                <a:ea typeface="함초롬바탕"/>
              </a:rPr>
              <a:t>도 됨</a:t>
            </a:r>
            <a:r>
              <a:rPr lang="en-US" altLang="ko-KR" sz="2200" b="1" i="0" kern="0" spc="0" dirty="0">
                <a:solidFill>
                  <a:srgbClr val="000000"/>
                </a:solidFill>
                <a:effectLst/>
                <a:ea typeface="함초롬바탕"/>
              </a:rPr>
              <a:t>.</a:t>
            </a:r>
            <a:endParaRPr lang="ko-KR" altLang="en-US" sz="2200" b="1" i="0" kern="0" spc="0" dirty="0">
              <a:solidFill>
                <a:srgbClr val="000000"/>
              </a:solidFill>
              <a:effectLst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200" b="1" i="0" kern="0" spc="0" dirty="0">
                <a:solidFill>
                  <a:srgbClr val="000000"/>
                </a:solidFill>
                <a:effectLst/>
                <a:latin typeface="함초롬바탕"/>
              </a:rPr>
              <a:t>5. </a:t>
            </a:r>
            <a:r>
              <a:rPr lang="ko-KR" altLang="en-US" sz="2200" b="1" i="0" kern="0" spc="0" dirty="0">
                <a:solidFill>
                  <a:srgbClr val="000000"/>
                </a:solidFill>
                <a:effectLst/>
                <a:ea typeface="함초롬바탕"/>
              </a:rPr>
              <a:t>목차 간략하게 넣어도 되고 필수 아님</a:t>
            </a:r>
            <a:r>
              <a:rPr lang="en-US" altLang="ko-KR" sz="2200" b="1" i="0" kern="0" spc="0" dirty="0">
                <a:solidFill>
                  <a:srgbClr val="000000"/>
                </a:solidFill>
                <a:effectLst/>
                <a:ea typeface="함초롬바탕"/>
              </a:rPr>
              <a:t>!</a:t>
            </a:r>
            <a:endParaRPr lang="ko-KR" altLang="en-US" sz="2200" b="1" i="0" kern="0" spc="0" dirty="0">
              <a:solidFill>
                <a:srgbClr val="000000"/>
              </a:solidFill>
              <a:effectLst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200" b="1" i="0" kern="0" spc="0" dirty="0">
                <a:solidFill>
                  <a:srgbClr val="000000"/>
                </a:solidFill>
                <a:effectLst/>
                <a:latin typeface="함초롬바탕"/>
              </a:rPr>
              <a:t>6. </a:t>
            </a:r>
            <a:r>
              <a:rPr lang="ko-KR" altLang="en-US" sz="2200" b="1" i="0" kern="0" spc="0" dirty="0">
                <a:solidFill>
                  <a:srgbClr val="000000"/>
                </a:solidFill>
                <a:effectLst/>
                <a:ea typeface="함초롬바탕"/>
              </a:rPr>
              <a:t>그 외의 궁금한 점은 저에게</a:t>
            </a:r>
            <a:r>
              <a:rPr lang="en-US" altLang="ko-KR" sz="2200" b="1" i="0" kern="0" spc="0" dirty="0">
                <a:solidFill>
                  <a:srgbClr val="000000"/>
                </a:solidFill>
                <a:effectLst/>
                <a:latin typeface="함초롬바탕"/>
              </a:rPr>
              <a:t>~~</a:t>
            </a:r>
            <a:endParaRPr lang="en-US" altLang="ko-KR" sz="2200" b="1" kern="0" dirty="0">
              <a:solidFill>
                <a:srgbClr val="000000"/>
              </a:solidFill>
              <a:latin typeface="함초롬바탕"/>
            </a:endParaRPr>
          </a:p>
          <a:p>
            <a:pPr marL="342900" marR="0" indent="-34290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2200" b="1" i="0" kern="0" spc="0" dirty="0">
                <a:solidFill>
                  <a:srgbClr val="000000"/>
                </a:solidFill>
                <a:effectLst/>
                <a:latin typeface="함초롬바탕"/>
              </a:rPr>
              <a:t>1</a:t>
            </a:r>
            <a:r>
              <a:rPr lang="ko-KR" altLang="en-US" sz="2200" b="1" i="0" kern="0" spc="0" dirty="0">
                <a:solidFill>
                  <a:srgbClr val="000000"/>
                </a:solidFill>
                <a:effectLst/>
                <a:latin typeface="함초롬바탕"/>
              </a:rPr>
              <a:t>주차 </a:t>
            </a:r>
            <a:r>
              <a:rPr lang="en-US" altLang="ko-KR" sz="2200" b="1" i="0" kern="0" spc="0" dirty="0">
                <a:solidFill>
                  <a:srgbClr val="000000"/>
                </a:solidFill>
                <a:effectLst/>
                <a:latin typeface="함초롬바탕"/>
              </a:rPr>
              <a:t>O.T </a:t>
            </a:r>
            <a:r>
              <a:rPr lang="en-US" altLang="ko-KR" sz="2200" b="1" kern="0" dirty="0">
                <a:solidFill>
                  <a:srgbClr val="000000"/>
                </a:solidFill>
                <a:latin typeface="함초롬바탕"/>
              </a:rPr>
              <a:t>ppt</a:t>
            </a:r>
            <a:r>
              <a:rPr lang="ko-KR" altLang="en-US" sz="2200" b="1" kern="0" dirty="0">
                <a:solidFill>
                  <a:srgbClr val="000000"/>
                </a:solidFill>
                <a:latin typeface="함초롬바탕"/>
              </a:rPr>
              <a:t> 참고하세요</a:t>
            </a:r>
            <a:r>
              <a:rPr lang="en-US" altLang="ko-KR" sz="2200" b="1" kern="0" dirty="0">
                <a:solidFill>
                  <a:srgbClr val="000000"/>
                </a:solidFill>
                <a:latin typeface="함초롬바탕"/>
              </a:rPr>
              <a:t>~</a:t>
            </a:r>
          </a:p>
          <a:p>
            <a:pPr marL="342900" indent="-342900" algn="just" fontAlgn="base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ko-KR" altLang="en-US" sz="2200" b="1" i="0" kern="0" dirty="0">
                <a:solidFill>
                  <a:schemeClr val="tx1"/>
                </a:solidFill>
                <a:latin typeface="함초롬바탕"/>
              </a:rPr>
              <a:t>객관적인 설명은 최소화</a:t>
            </a:r>
            <a:r>
              <a:rPr lang="en-US" altLang="ko-KR" sz="2200" b="1" i="0" kern="0" dirty="0">
                <a:solidFill>
                  <a:schemeClr val="tx1"/>
                </a:solidFill>
                <a:latin typeface="함초롬바탕"/>
              </a:rPr>
              <a:t>! </a:t>
            </a:r>
            <a:r>
              <a:rPr lang="ko-KR" altLang="en-US" sz="2200" b="1" i="0" kern="0" dirty="0">
                <a:solidFill>
                  <a:schemeClr val="tx1"/>
                </a:solidFill>
                <a:latin typeface="함초롬바탕"/>
              </a:rPr>
              <a:t>본인의 생각 중심으로</a:t>
            </a:r>
            <a:r>
              <a:rPr lang="en-US" altLang="ko-KR" sz="2200" b="1" i="0" kern="0" dirty="0">
                <a:solidFill>
                  <a:schemeClr val="tx1"/>
                </a:solidFill>
                <a:latin typeface="함초롬바탕"/>
              </a:rPr>
              <a:t>!</a:t>
            </a:r>
            <a:endParaRPr lang="en-US" altLang="ko-KR" sz="2200" b="1" i="0" kern="0" spc="0" dirty="0">
              <a:solidFill>
                <a:schemeClr val="tx1"/>
              </a:solidFill>
              <a:effectLst/>
              <a:latin typeface="함초롬바탕"/>
            </a:endParaRPr>
          </a:p>
          <a:p>
            <a:pPr marR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2400" b="1" i="0" kern="0" spc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55514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032D5702-30DE-4919-A23F-887A9F3F534C}"/>
              </a:ext>
            </a:extLst>
          </p:cNvPr>
          <p:cNvSpPr txBox="1"/>
          <p:nvPr/>
        </p:nvSpPr>
        <p:spPr>
          <a:xfrm>
            <a:off x="6888088" y="2389228"/>
            <a:ext cx="4104456" cy="2079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800" kern="0" spc="0" dirty="0">
                <a:solidFill>
                  <a:srgbClr val="000000"/>
                </a:solidFill>
                <a:effectLst/>
                <a:ea typeface="함초롬바탕"/>
              </a:rPr>
              <a:t>졸업생 혹은 재학생 중 </a:t>
            </a:r>
            <a:endParaRPr lang="en-US" altLang="ko-KR" sz="2800" kern="0" dirty="0">
              <a:solidFill>
                <a:srgbClr val="000000"/>
              </a:solidFill>
              <a:ea typeface="함초롬바탕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800" kern="0" spc="0" dirty="0">
                <a:solidFill>
                  <a:srgbClr val="000000"/>
                </a:solidFill>
                <a:effectLst/>
                <a:ea typeface="함초롬바탕"/>
              </a:rPr>
              <a:t>수업을 들었던 학생들이 </a:t>
            </a:r>
            <a:endParaRPr lang="en-US" altLang="ko-KR" sz="2800" kern="0" spc="0" dirty="0">
              <a:solidFill>
                <a:srgbClr val="000000"/>
              </a:solidFill>
              <a:effectLst/>
              <a:ea typeface="함초롬바탕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800" kern="0" spc="0" dirty="0">
                <a:solidFill>
                  <a:srgbClr val="000000"/>
                </a:solidFill>
                <a:effectLst/>
                <a:ea typeface="함초롬바탕"/>
              </a:rPr>
              <a:t>전해주는 </a:t>
            </a:r>
            <a:r>
              <a:rPr lang="ko-KR" altLang="en-US" sz="2800" b="1" kern="0" spc="0" dirty="0" err="1">
                <a:solidFill>
                  <a:srgbClr val="000000"/>
                </a:solidFill>
                <a:effectLst/>
                <a:ea typeface="함초롬바탕"/>
              </a:rPr>
              <a:t>꿀팁</a:t>
            </a:r>
            <a:r>
              <a:rPr lang="en-US" altLang="ko-KR" sz="2800" b="1" kern="0" spc="0" dirty="0">
                <a:solidFill>
                  <a:srgbClr val="000000"/>
                </a:solidFill>
                <a:effectLst/>
                <a:latin typeface="함초롬바탕"/>
              </a:rPr>
              <a:t>!!</a:t>
            </a:r>
            <a:endParaRPr lang="ko-KR" altLang="en-US" sz="2800" b="1" kern="0" spc="0" dirty="0">
              <a:solidFill>
                <a:srgbClr val="000000"/>
              </a:solidFill>
              <a:effectLst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07DD48B-EFAA-4F09-808A-C9C3F77347ED}"/>
              </a:ext>
            </a:extLst>
          </p:cNvPr>
          <p:cNvSpPr txBox="1"/>
          <p:nvPr/>
        </p:nvSpPr>
        <p:spPr>
          <a:xfrm>
            <a:off x="2351584" y="5373216"/>
            <a:ext cx="8424936" cy="10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kern="0" spc="0" dirty="0">
                <a:solidFill>
                  <a:srgbClr val="000000"/>
                </a:solidFill>
                <a:effectLst/>
                <a:latin typeface="함초롬바탕"/>
              </a:rPr>
              <a:t>(</a:t>
            </a:r>
            <a:r>
              <a:rPr lang="en-US" altLang="ko-KR" sz="2000" b="1" kern="0" dirty="0">
                <a:solidFill>
                  <a:srgbClr val="000000"/>
                </a:solidFill>
                <a:latin typeface="함초롬바탕"/>
              </a:rPr>
              <a:t>15</a:t>
            </a:r>
            <a:r>
              <a:rPr lang="ko-KR" altLang="en-US" sz="2000" b="1" kern="0" spc="0" dirty="0">
                <a:solidFill>
                  <a:srgbClr val="000000"/>
                </a:solidFill>
                <a:effectLst/>
                <a:ea typeface="함초롬바탕"/>
              </a:rPr>
              <a:t>학번부터 </a:t>
            </a:r>
            <a:r>
              <a:rPr lang="en-US" altLang="ko-KR" sz="2000" b="1" kern="0" dirty="0">
                <a:solidFill>
                  <a:srgbClr val="000000"/>
                </a:solidFill>
                <a:latin typeface="함초롬바탕"/>
                <a:ea typeface="함초롬바탕"/>
              </a:rPr>
              <a:t>24</a:t>
            </a:r>
            <a:r>
              <a:rPr lang="ko-KR" altLang="en-US" sz="2000" b="1" kern="0" spc="0" dirty="0">
                <a:solidFill>
                  <a:srgbClr val="000000"/>
                </a:solidFill>
                <a:effectLst/>
                <a:ea typeface="함초롬바탕"/>
              </a:rPr>
              <a:t>학번까지 다양한 학번들이 전해주는</a:t>
            </a:r>
            <a:r>
              <a:rPr lang="en-US" altLang="ko-KR" sz="2000" b="1" kern="0" spc="0" dirty="0">
                <a:solidFill>
                  <a:srgbClr val="000000"/>
                </a:solidFill>
                <a:effectLst/>
                <a:latin typeface="함초롬바탕"/>
              </a:rPr>
              <a:t>^^</a:t>
            </a:r>
            <a:r>
              <a:rPr lang="ko-KR" altLang="en-US" sz="2000" b="1" kern="0" spc="0" dirty="0">
                <a:solidFill>
                  <a:srgbClr val="000000"/>
                </a:solidFill>
                <a:effectLst/>
                <a:ea typeface="함초롬바탕"/>
              </a:rPr>
              <a:t>진실된 이야기</a:t>
            </a:r>
            <a:r>
              <a:rPr lang="en-US" altLang="ko-KR" sz="2000" b="1" kern="0" spc="0" dirty="0">
                <a:solidFill>
                  <a:srgbClr val="000000"/>
                </a:solidFill>
                <a:effectLst/>
                <a:latin typeface="함초롬바탕"/>
              </a:rPr>
              <a:t>^^</a:t>
            </a:r>
          </a:p>
          <a:p>
            <a:pPr marL="0" marR="0" indent="0" algn="ctr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000" b="1" kern="0" spc="0" dirty="0">
                <a:solidFill>
                  <a:srgbClr val="000000"/>
                </a:solidFill>
                <a:effectLst/>
                <a:ea typeface="함초롬바탕"/>
              </a:rPr>
              <a:t>약 </a:t>
            </a:r>
            <a:r>
              <a:rPr lang="en-US" altLang="ko-KR" sz="2000" b="1" kern="0" spc="0" dirty="0">
                <a:solidFill>
                  <a:srgbClr val="000000"/>
                </a:solidFill>
                <a:effectLst/>
                <a:latin typeface="함초롬바탕"/>
                <a:ea typeface="함초롬바탕"/>
              </a:rPr>
              <a:t>7</a:t>
            </a:r>
            <a:r>
              <a:rPr lang="en-US" altLang="ko-KR" sz="2000" b="1" kern="0" dirty="0">
                <a:solidFill>
                  <a:srgbClr val="000000"/>
                </a:solidFill>
                <a:latin typeface="함초롬바탕"/>
                <a:ea typeface="함초롬바탕"/>
              </a:rPr>
              <a:t>5</a:t>
            </a:r>
            <a:r>
              <a:rPr lang="ko-KR" altLang="en-US" sz="2000" b="1" kern="0" spc="0" dirty="0">
                <a:solidFill>
                  <a:srgbClr val="000000"/>
                </a:solidFill>
                <a:effectLst/>
                <a:ea typeface="함초롬바탕"/>
              </a:rPr>
              <a:t>명 정도의 분들에게 소소한 감사를 드립니다</a:t>
            </a:r>
            <a:r>
              <a:rPr lang="en-US" altLang="ko-KR" sz="2000" b="1" kern="0" spc="0" dirty="0">
                <a:solidFill>
                  <a:srgbClr val="000000"/>
                </a:solidFill>
                <a:effectLst/>
                <a:latin typeface="함초롬바탕"/>
              </a:rPr>
              <a:t>^^)</a:t>
            </a:r>
            <a:endParaRPr lang="ko-KR" altLang="en-US" sz="2000" b="1" kern="0" spc="0" dirty="0">
              <a:solidFill>
                <a:srgbClr val="000000"/>
              </a:solidFill>
              <a:effectLst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171C7F6-A586-440B-9232-17C5E8A36C15}"/>
              </a:ext>
            </a:extLst>
          </p:cNvPr>
          <p:cNvSpPr txBox="1"/>
          <p:nvPr/>
        </p:nvSpPr>
        <p:spPr>
          <a:xfrm>
            <a:off x="1533441" y="2060848"/>
            <a:ext cx="6769337" cy="526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함초롬바탕"/>
              </a:rPr>
              <a:t>1. 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ea typeface="함초롬바탕"/>
              </a:rPr>
              <a:t>진실성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함초롬바탕"/>
              </a:rPr>
              <a:t>, </a:t>
            </a:r>
            <a:r>
              <a:rPr lang="ko-KR" altLang="en-US" sz="2000" kern="0" spc="0" dirty="0" err="1">
                <a:solidFill>
                  <a:srgbClr val="000000"/>
                </a:solidFill>
                <a:effectLst/>
                <a:ea typeface="함초롬바탕"/>
              </a:rPr>
              <a:t>진심성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함초롬바탕"/>
              </a:rPr>
              <a:t>, 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ea typeface="함초롬바탕"/>
              </a:rPr>
              <a:t>진정성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함초롬바탕"/>
              </a:rPr>
              <a:t>, 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ea typeface="함초롬바탕"/>
              </a:rPr>
              <a:t>솔직함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함초롬바탕"/>
              </a:rPr>
              <a:t>, 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ea typeface="함초롬바탕"/>
              </a:rPr>
              <a:t>정성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함초롬바탕"/>
              </a:rPr>
              <a:t>, 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ea typeface="함초롬바탕"/>
              </a:rPr>
              <a:t>확실한 </a:t>
            </a:r>
            <a:r>
              <a:rPr lang="ko-KR" altLang="en-US" sz="2000" kern="0" spc="0" dirty="0" err="1">
                <a:solidFill>
                  <a:srgbClr val="000000"/>
                </a:solidFill>
                <a:effectLst/>
                <a:ea typeface="함초롬바탕"/>
              </a:rPr>
              <a:t>자기어필</a:t>
            </a:r>
            <a:endParaRPr lang="ko-KR" altLang="en-US" sz="2000" kern="0" spc="0" dirty="0">
              <a:solidFill>
                <a:srgbClr val="000000"/>
              </a:solidFill>
              <a:effectLst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B615C5-2894-49A7-837D-65384127B2D3}"/>
              </a:ext>
            </a:extLst>
          </p:cNvPr>
          <p:cNvSpPr txBox="1"/>
          <p:nvPr/>
        </p:nvSpPr>
        <p:spPr>
          <a:xfrm>
            <a:off x="1564466" y="3429000"/>
            <a:ext cx="6738312" cy="1511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함초롬바탕"/>
              </a:rPr>
              <a:t>2. 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ea typeface="함초롬바탕"/>
              </a:rPr>
              <a:t>과제는 어디서 보고 베껴오면 다 알아요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함초롬바탕"/>
              </a:rPr>
              <a:t>! 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ea typeface="함초롬바탕"/>
              </a:rPr>
              <a:t>열심히만 썼다 하면 과제 점수 걱정 </a:t>
            </a:r>
            <a:r>
              <a:rPr lang="ko-KR" altLang="en-US" sz="2000" kern="0" spc="0" dirty="0" err="1">
                <a:solidFill>
                  <a:srgbClr val="000000"/>
                </a:solidFill>
                <a:effectLst/>
                <a:ea typeface="함초롬바탕"/>
              </a:rPr>
              <a:t>안해도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ea typeface="함초롬바탕"/>
              </a:rPr>
              <a:t> 됩니다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함초롬바탕"/>
              </a:rPr>
              <a:t>. 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ea typeface="함초롬바탕"/>
              </a:rPr>
              <a:t>필력이 좋지 않다고 해서 걱정하지 마세요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함초롬바탕"/>
              </a:rPr>
              <a:t>~</a:t>
            </a:r>
            <a:endParaRPr lang="ko-KR" altLang="en-US" sz="2000" kern="0" spc="0" dirty="0">
              <a:solidFill>
                <a:srgbClr val="000000"/>
              </a:solidFill>
              <a:effectLst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내용 개체 틀 36"/>
          <p:cNvSpPr>
            <a:spLocks noGrp="1"/>
          </p:cNvSpPr>
          <p:nvPr>
            <p:ph idx="1"/>
          </p:nvPr>
        </p:nvSpPr>
        <p:spPr>
          <a:xfrm>
            <a:off x="983432" y="2276872"/>
            <a:ext cx="10225136" cy="2304256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sz="2200" i="0" kern="0" dirty="0">
                <a:solidFill>
                  <a:srgbClr val="000000"/>
                </a:solidFill>
                <a:latin typeface="함초롬바탕"/>
              </a:rPr>
              <a:t>3. </a:t>
            </a:r>
            <a:r>
              <a:rPr lang="ko-KR" altLang="en-US" sz="2200" i="0" kern="0" dirty="0">
                <a:solidFill>
                  <a:srgbClr val="000000"/>
                </a:solidFill>
                <a:ea typeface="함초롬바탕"/>
              </a:rPr>
              <a:t>성실함</a:t>
            </a:r>
            <a:r>
              <a:rPr lang="en-US" altLang="ko-KR" sz="2200" i="0" kern="0" dirty="0">
                <a:solidFill>
                  <a:srgbClr val="000000"/>
                </a:solidFill>
                <a:latin typeface="함초롬바탕"/>
              </a:rPr>
              <a:t>, </a:t>
            </a:r>
            <a:r>
              <a:rPr lang="ko-KR" altLang="en-US" sz="2200" i="0" kern="0" dirty="0">
                <a:solidFill>
                  <a:srgbClr val="000000"/>
                </a:solidFill>
                <a:ea typeface="함초롬바탕"/>
              </a:rPr>
              <a:t>과제에 대한 열정</a:t>
            </a:r>
            <a:r>
              <a:rPr lang="en-US" altLang="ko-KR" sz="2200" i="0" kern="0" dirty="0">
                <a:solidFill>
                  <a:srgbClr val="000000"/>
                </a:solidFill>
                <a:latin typeface="함초롬바탕"/>
              </a:rPr>
              <a:t>, </a:t>
            </a:r>
            <a:r>
              <a:rPr lang="ko-KR" altLang="en-US" sz="2200" i="0" kern="0" dirty="0">
                <a:solidFill>
                  <a:srgbClr val="000000"/>
                </a:solidFill>
                <a:ea typeface="함초롬바탕"/>
              </a:rPr>
              <a:t>기본기 충실</a:t>
            </a:r>
            <a:r>
              <a:rPr lang="en-US" altLang="ko-KR" sz="2200" i="0" kern="0" dirty="0">
                <a:solidFill>
                  <a:srgbClr val="000000"/>
                </a:solidFill>
                <a:latin typeface="함초롬바탕"/>
              </a:rPr>
              <a:t>, </a:t>
            </a:r>
            <a:r>
              <a:rPr lang="ko-KR" altLang="en-US" sz="2200" i="0" kern="0" dirty="0">
                <a:solidFill>
                  <a:srgbClr val="000000"/>
                </a:solidFill>
                <a:ea typeface="함초롬바탕"/>
              </a:rPr>
              <a:t>맞춤법 틀리면 </a:t>
            </a:r>
            <a:r>
              <a:rPr lang="ko-KR" altLang="en-US" sz="2200" i="0" kern="0" dirty="0" err="1">
                <a:solidFill>
                  <a:srgbClr val="000000"/>
                </a:solidFill>
                <a:ea typeface="함초롬바탕"/>
              </a:rPr>
              <a:t>놉</a:t>
            </a:r>
            <a:r>
              <a:rPr lang="en-US" altLang="ko-KR" sz="2200" i="0" kern="0" dirty="0">
                <a:solidFill>
                  <a:srgbClr val="000000"/>
                </a:solidFill>
                <a:latin typeface="함초롬바탕"/>
              </a:rPr>
              <a:t>!! </a:t>
            </a:r>
            <a:r>
              <a:rPr lang="ko-KR" altLang="en-US" sz="2200" i="0" kern="0" dirty="0">
                <a:solidFill>
                  <a:srgbClr val="000000"/>
                </a:solidFill>
                <a:ea typeface="함초롬바탕"/>
              </a:rPr>
              <a:t>성신의</a:t>
            </a:r>
            <a:r>
              <a:rPr lang="en-US" altLang="ko-KR" sz="2200" i="0" kern="0" dirty="0">
                <a:solidFill>
                  <a:srgbClr val="000000"/>
                </a:solidFill>
                <a:latin typeface="함초롬바탕"/>
              </a:rPr>
              <a:t>!!</a:t>
            </a:r>
          </a:p>
          <a:p>
            <a:endParaRPr lang="en-US" altLang="ko-KR" sz="2200" i="0" kern="0" dirty="0">
              <a:solidFill>
                <a:srgbClr val="000000"/>
              </a:solidFill>
            </a:endParaRPr>
          </a:p>
          <a:p>
            <a:endParaRPr lang="ko-KR" altLang="en-US" sz="2200" i="0" kern="0" dirty="0">
              <a:solidFill>
                <a:srgbClr val="000000"/>
              </a:solidFill>
            </a:endParaRPr>
          </a:p>
          <a:p>
            <a:r>
              <a:rPr lang="en-US" altLang="ko-KR" sz="2200" i="0" kern="0" dirty="0">
                <a:solidFill>
                  <a:srgbClr val="000000"/>
                </a:solidFill>
                <a:latin typeface="함초롬바탕"/>
              </a:rPr>
              <a:t>4. </a:t>
            </a:r>
            <a:r>
              <a:rPr lang="ko-KR" altLang="en-US" sz="2200" i="0" kern="0" dirty="0">
                <a:solidFill>
                  <a:srgbClr val="000000"/>
                </a:solidFill>
                <a:ea typeface="함초롬바탕"/>
              </a:rPr>
              <a:t>자유 형식 속의 형식</a:t>
            </a:r>
            <a:r>
              <a:rPr lang="en-US" altLang="ko-KR" sz="2200" i="0" kern="0" dirty="0">
                <a:solidFill>
                  <a:srgbClr val="000000"/>
                </a:solidFill>
                <a:latin typeface="함초롬바탕"/>
              </a:rPr>
              <a:t>, </a:t>
            </a:r>
            <a:r>
              <a:rPr lang="ko-KR" altLang="en-US" sz="2200" i="0" kern="0" dirty="0">
                <a:solidFill>
                  <a:srgbClr val="000000"/>
                </a:solidFill>
                <a:ea typeface="함초롬바탕"/>
              </a:rPr>
              <a:t>타고난 창의력</a:t>
            </a:r>
            <a:r>
              <a:rPr lang="en-US" altLang="ko-KR" sz="2200" i="0" kern="0" dirty="0">
                <a:solidFill>
                  <a:srgbClr val="000000"/>
                </a:solidFill>
                <a:latin typeface="함초롬바탕"/>
              </a:rPr>
              <a:t>, </a:t>
            </a:r>
            <a:r>
              <a:rPr lang="ko-KR" altLang="en-US" sz="2200" i="0" kern="0" dirty="0">
                <a:solidFill>
                  <a:srgbClr val="000000"/>
                </a:solidFill>
                <a:ea typeface="함초롬바탕"/>
              </a:rPr>
              <a:t>나만의 독보적인 </a:t>
            </a:r>
            <a:r>
              <a:rPr lang="ko-KR" altLang="en-US" sz="2200" i="0" kern="0" dirty="0" err="1">
                <a:solidFill>
                  <a:srgbClr val="000000"/>
                </a:solidFill>
                <a:ea typeface="함초롬바탕"/>
              </a:rPr>
              <a:t>감상평</a:t>
            </a:r>
            <a:r>
              <a:rPr lang="en-US" altLang="ko-KR" sz="2200" i="0" kern="0" dirty="0">
                <a:solidFill>
                  <a:srgbClr val="000000"/>
                </a:solidFill>
                <a:latin typeface="함초롬바탕"/>
              </a:rPr>
              <a:t>, </a:t>
            </a:r>
            <a:r>
              <a:rPr lang="ko-KR" altLang="en-US" sz="2200" i="0" kern="0" dirty="0" err="1">
                <a:solidFill>
                  <a:srgbClr val="000000"/>
                </a:solidFill>
                <a:ea typeface="함초롬바탕"/>
              </a:rPr>
              <a:t>덕심</a:t>
            </a:r>
            <a:endParaRPr lang="en-US" altLang="ko-KR" sz="2200" i="0" kern="0" dirty="0">
              <a:solidFill>
                <a:srgbClr val="000000"/>
              </a:solidFill>
              <a:ea typeface="함초롬바탕"/>
            </a:endParaRPr>
          </a:p>
          <a:p>
            <a:endParaRPr lang="en-US" altLang="ko-KR" sz="2200" i="0" kern="0" dirty="0">
              <a:solidFill>
                <a:srgbClr val="000000"/>
              </a:solidFill>
            </a:endParaRPr>
          </a:p>
          <a:p>
            <a:endParaRPr lang="ko-KR" altLang="en-US" sz="2200" i="0" kern="0" dirty="0">
              <a:solidFill>
                <a:srgbClr val="000000"/>
              </a:solidFill>
            </a:endParaRPr>
          </a:p>
          <a:p>
            <a:r>
              <a:rPr lang="en-US" altLang="ko-KR" sz="2200" i="0" kern="0" dirty="0">
                <a:solidFill>
                  <a:srgbClr val="000000"/>
                </a:solidFill>
                <a:latin typeface="함초롬바탕"/>
              </a:rPr>
              <a:t>5. </a:t>
            </a:r>
            <a:r>
              <a:rPr lang="ko-KR" altLang="en-US" sz="2200" i="0" kern="0" dirty="0">
                <a:solidFill>
                  <a:srgbClr val="000000"/>
                </a:solidFill>
                <a:ea typeface="함초롬바탕"/>
              </a:rPr>
              <a:t>누구나 다 아는 사실을 쓰지 말고 그걸 기반으로 본인의 생각을 작성하는 것이 </a:t>
            </a:r>
            <a:r>
              <a:rPr lang="en-US" altLang="ko-KR" sz="2200" i="0" kern="0" dirty="0">
                <a:solidFill>
                  <a:srgbClr val="000000"/>
                </a:solidFill>
                <a:latin typeface="함초롬바탕"/>
              </a:rPr>
              <a:t>Best!!</a:t>
            </a:r>
            <a:endParaRPr lang="ko-KR" altLang="en-US" sz="2200" i="0" kern="0" dirty="0">
              <a:solidFill>
                <a:srgbClr val="000000"/>
              </a:solidFill>
            </a:endParaRP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7472521-B1D0-41CB-9E23-7B8EF9727BC6}"/>
              </a:ext>
            </a:extLst>
          </p:cNvPr>
          <p:cNvSpPr txBox="1"/>
          <p:nvPr/>
        </p:nvSpPr>
        <p:spPr>
          <a:xfrm>
            <a:off x="1966744" y="1988840"/>
            <a:ext cx="6289496" cy="10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함초롬바탕"/>
              </a:rPr>
              <a:t>6. 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ea typeface="함초롬바탕"/>
              </a:rPr>
              <a:t>머리 쓰지 말고 </a:t>
            </a:r>
            <a:r>
              <a:rPr lang="ko-KR" altLang="en-US" sz="2000" kern="0" spc="0" dirty="0" err="1">
                <a:solidFill>
                  <a:srgbClr val="000000"/>
                </a:solidFill>
                <a:effectLst/>
                <a:ea typeface="함초롬바탕"/>
              </a:rPr>
              <a:t>마음가는대로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ea typeface="함초롬바탕"/>
              </a:rPr>
              <a:t> </a:t>
            </a:r>
            <a:r>
              <a:rPr lang="ko-KR" altLang="en-US" sz="2000" kern="0" spc="0" dirty="0" err="1">
                <a:solidFill>
                  <a:srgbClr val="000000"/>
                </a:solidFill>
                <a:effectLst/>
                <a:ea typeface="함초롬바탕"/>
              </a:rPr>
              <a:t>적어내리기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함초롬바탕"/>
              </a:rPr>
              <a:t>, </a:t>
            </a:r>
            <a:r>
              <a:rPr lang="ko-KR" altLang="en-US" sz="2000" kern="0" spc="0" dirty="0" err="1">
                <a:solidFill>
                  <a:srgbClr val="000000"/>
                </a:solidFill>
                <a:effectLst/>
                <a:ea typeface="함초롬바탕"/>
              </a:rPr>
              <a:t>임팩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ea typeface="함초롬바탕"/>
              </a:rPr>
              <a:t> 있는 타이틀도 한 몫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함초롬바탕"/>
              </a:rPr>
              <a:t>!!</a:t>
            </a:r>
            <a:endParaRPr lang="ko-KR" altLang="en-US" sz="2000" kern="0" spc="0" dirty="0">
              <a:solidFill>
                <a:srgbClr val="000000"/>
              </a:solidFill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17385B-FAD4-49C6-BEA9-C9B780A4001D}"/>
              </a:ext>
            </a:extLst>
          </p:cNvPr>
          <p:cNvSpPr txBox="1"/>
          <p:nvPr/>
        </p:nvSpPr>
        <p:spPr>
          <a:xfrm>
            <a:off x="1966744" y="3849843"/>
            <a:ext cx="6091880" cy="10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함초롬바탕"/>
              </a:rPr>
              <a:t>7. 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ea typeface="함초롬바탕"/>
              </a:rPr>
              <a:t>수업 내용 과제에 적용하기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함초롬바탕"/>
              </a:rPr>
              <a:t>, 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ea typeface="함초롬바탕"/>
              </a:rPr>
              <a:t>진짜 자기가 관심 있는 주제를 선택했구나 하는 것이 눈에 보여야 함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함초롬바탕"/>
              </a:rPr>
              <a:t>.</a:t>
            </a:r>
            <a:endParaRPr lang="ko-KR" altLang="en-US" sz="2000" kern="0" spc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55070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C2AC08-32BC-4BA3-B2CB-B855128A5997}"/>
              </a:ext>
            </a:extLst>
          </p:cNvPr>
          <p:cNvSpPr txBox="1"/>
          <p:nvPr/>
        </p:nvSpPr>
        <p:spPr>
          <a:xfrm>
            <a:off x="1379476" y="1442013"/>
            <a:ext cx="9433048" cy="3973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함초롬바탕"/>
              </a:rPr>
              <a:t>8. 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ea typeface="함초롬바탕"/>
              </a:rPr>
              <a:t>과제를 즐겨라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함초롬바탕"/>
              </a:rPr>
              <a:t>!!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2000" kern="0" dirty="0">
              <a:solidFill>
                <a:srgbClr val="000000"/>
              </a:solidFill>
              <a:latin typeface="함초롬바탕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2000" kern="0" spc="0" dirty="0">
              <a:solidFill>
                <a:srgbClr val="000000"/>
              </a:solidFill>
              <a:effectLst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함초롬바탕"/>
              </a:rPr>
              <a:t>9. 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ea typeface="함초롬바탕"/>
              </a:rPr>
              <a:t>별거 없어요 그냥 본론에 자기 의견 </a:t>
            </a:r>
            <a:r>
              <a:rPr lang="ko-KR" altLang="en-US" sz="2000" kern="0" spc="0" dirty="0" err="1">
                <a:solidFill>
                  <a:srgbClr val="000000"/>
                </a:solidFill>
                <a:effectLst/>
                <a:ea typeface="함초롬바탕"/>
              </a:rPr>
              <a:t>세장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ea typeface="함초롬바탕"/>
              </a:rPr>
              <a:t> 이상 쓰시면 에이 이상은 보장 받습니다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함초롬바탕"/>
              </a:rPr>
              <a:t>. 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ea typeface="함초롬바탕"/>
              </a:rPr>
              <a:t>쉽다 쉬워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함초롬바탕"/>
              </a:rPr>
              <a:t>~(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ea typeface="함초롬바탕"/>
              </a:rPr>
              <a:t>털썩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함초롬바탕"/>
              </a:rPr>
              <a:t>....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ea typeface="함초롬바탕"/>
              </a:rPr>
              <a:t>하아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함초롬바탕"/>
              </a:rPr>
              <a:t>...</a:t>
            </a:r>
            <a:r>
              <a:rPr lang="ko-KR" altLang="en-US" sz="2000" kern="0" spc="0" dirty="0" err="1">
                <a:solidFill>
                  <a:srgbClr val="000000"/>
                </a:solidFill>
                <a:effectLst/>
                <a:latin typeface="함초롬바탕"/>
              </a:rPr>
              <a:t>ㅠㅠㅠ</a:t>
            </a:r>
            <a:r>
              <a:rPr lang="ko-KR" altLang="en-US" sz="2000" kern="0" spc="0" dirty="0" err="1">
                <a:solidFill>
                  <a:srgbClr val="000000"/>
                </a:solidFill>
                <a:effectLst/>
                <a:ea typeface="함초롬바탕"/>
              </a:rPr>
              <a:t>이게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ea typeface="함초롬바탕"/>
              </a:rPr>
              <a:t> </a:t>
            </a:r>
            <a:r>
              <a:rPr lang="ko-KR" altLang="en-US" sz="2000" kern="0" spc="0" dirty="0" err="1">
                <a:solidFill>
                  <a:srgbClr val="000000"/>
                </a:solidFill>
                <a:effectLst/>
                <a:ea typeface="함초롬바탕"/>
              </a:rPr>
              <a:t>쉽니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ea typeface="함초롬바탕"/>
              </a:rPr>
              <a:t>…..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함초롬바탕"/>
              </a:rPr>
              <a:t>)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2000" kern="0" dirty="0">
              <a:solidFill>
                <a:srgbClr val="000000"/>
              </a:solidFill>
              <a:latin typeface="함초롬바탕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2000" kern="0" spc="0" dirty="0">
              <a:solidFill>
                <a:srgbClr val="000000"/>
              </a:solidFill>
              <a:effectLst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함초롬바탕"/>
              </a:rPr>
              <a:t>10. 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ea typeface="함초롬바탕"/>
              </a:rPr>
              <a:t>자신이 </a:t>
            </a:r>
            <a:r>
              <a:rPr lang="ko-KR" altLang="en-US" sz="2000" kern="0" spc="0" dirty="0" err="1">
                <a:solidFill>
                  <a:srgbClr val="000000"/>
                </a:solidFill>
                <a:effectLst/>
                <a:ea typeface="함초롬바탕"/>
              </a:rPr>
              <a:t>과제하면서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ea typeface="함초롬바탕"/>
              </a:rPr>
              <a:t> 느낀 모든 것들을 진솔하게 꽉꽉 담아 내기</a:t>
            </a:r>
            <a:endParaRPr lang="ko-KR" altLang="en-US" sz="2000" kern="0" spc="0" dirty="0">
              <a:solidFill>
                <a:srgbClr val="000000"/>
              </a:solidFill>
              <a:effectLst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7147D01-B633-48FC-A3A7-F8CCC24BA25C}"/>
              </a:ext>
            </a:extLst>
          </p:cNvPr>
          <p:cNvSpPr txBox="1"/>
          <p:nvPr/>
        </p:nvSpPr>
        <p:spPr>
          <a:xfrm>
            <a:off x="839416" y="1355099"/>
            <a:ext cx="8424936" cy="4147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800" kern="0" spc="0" dirty="0">
                <a:solidFill>
                  <a:srgbClr val="000000"/>
                </a:solidFill>
                <a:effectLst/>
                <a:ea typeface="함초롬바탕"/>
              </a:rPr>
              <a:t>내기 전에 위의 얘기들 참고해서 검토하고요</a:t>
            </a:r>
            <a:r>
              <a:rPr lang="en-US" altLang="ko-KR" sz="2800" kern="0" spc="0" dirty="0">
                <a:solidFill>
                  <a:srgbClr val="000000"/>
                </a:solidFill>
                <a:effectLst/>
                <a:latin typeface="함초롬바탕"/>
              </a:rPr>
              <a:t>~~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800" kern="0" dirty="0">
                <a:solidFill>
                  <a:srgbClr val="000000"/>
                </a:solidFill>
                <a:latin typeface="함초롬바탕"/>
              </a:rPr>
              <a:t>과제 파일을 열었을 때 맨 위에 </a:t>
            </a:r>
            <a:endParaRPr lang="en-US" altLang="ko-KR" sz="2800" kern="0" dirty="0">
              <a:solidFill>
                <a:srgbClr val="000000"/>
              </a:solidFill>
              <a:latin typeface="함초롬바탕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800" b="1" kern="0" dirty="0">
                <a:solidFill>
                  <a:srgbClr val="000000"/>
                </a:solidFill>
                <a:latin typeface="함초롬바탕"/>
              </a:rPr>
              <a:t>과목명</a:t>
            </a:r>
            <a:r>
              <a:rPr lang="en-US" altLang="ko-KR" sz="2800" b="1" kern="0" dirty="0">
                <a:solidFill>
                  <a:srgbClr val="000000"/>
                </a:solidFill>
                <a:latin typeface="함초롬바탕"/>
              </a:rPr>
              <a:t>, </a:t>
            </a:r>
            <a:r>
              <a:rPr lang="ko-KR" altLang="en-US" sz="2800" b="1" kern="0" dirty="0">
                <a:solidFill>
                  <a:srgbClr val="000000"/>
                </a:solidFill>
                <a:latin typeface="함초롬바탕"/>
              </a:rPr>
              <a:t>학과</a:t>
            </a:r>
            <a:r>
              <a:rPr lang="en-US" altLang="ko-KR" sz="2800" b="1" kern="0" dirty="0">
                <a:solidFill>
                  <a:srgbClr val="000000"/>
                </a:solidFill>
                <a:latin typeface="함초롬바탕"/>
              </a:rPr>
              <a:t>, </a:t>
            </a:r>
            <a:r>
              <a:rPr lang="ko-KR" altLang="en-US" sz="2800" b="1" kern="0" dirty="0">
                <a:solidFill>
                  <a:srgbClr val="000000"/>
                </a:solidFill>
                <a:latin typeface="함초롬바탕"/>
              </a:rPr>
              <a:t>학번</a:t>
            </a:r>
            <a:r>
              <a:rPr lang="en-US" altLang="ko-KR" sz="2800" b="1" kern="0" dirty="0">
                <a:solidFill>
                  <a:srgbClr val="000000"/>
                </a:solidFill>
                <a:latin typeface="함초롬바탕"/>
              </a:rPr>
              <a:t>, </a:t>
            </a:r>
            <a:r>
              <a:rPr lang="ko-KR" altLang="en-US" sz="2800" b="1" kern="0" dirty="0">
                <a:solidFill>
                  <a:srgbClr val="000000"/>
                </a:solidFill>
                <a:latin typeface="함초롬바탕"/>
              </a:rPr>
              <a:t>이름 </a:t>
            </a:r>
            <a:r>
              <a:rPr lang="ko-KR" altLang="en-US" sz="2800" kern="0" dirty="0">
                <a:solidFill>
                  <a:srgbClr val="000000"/>
                </a:solidFill>
                <a:latin typeface="함초롬바탕"/>
              </a:rPr>
              <a:t>잘 기재했는지 </a:t>
            </a:r>
            <a:endParaRPr lang="en-US" altLang="ko-KR" sz="2800" kern="0" dirty="0">
              <a:solidFill>
                <a:srgbClr val="000000"/>
              </a:solidFill>
              <a:latin typeface="함초롬바탕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800" kern="0" dirty="0">
                <a:solidFill>
                  <a:srgbClr val="000000"/>
                </a:solidFill>
                <a:latin typeface="함초롬바탕"/>
              </a:rPr>
              <a:t>확인 필수</a:t>
            </a:r>
            <a:r>
              <a:rPr lang="en-US" altLang="ko-KR" sz="2800" kern="0" dirty="0">
                <a:solidFill>
                  <a:srgbClr val="000000"/>
                </a:solidFill>
                <a:latin typeface="함초롬바탕"/>
              </a:rPr>
              <a:t>!!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800" kern="0" spc="0" dirty="0">
                <a:solidFill>
                  <a:srgbClr val="000000"/>
                </a:solidFill>
                <a:effectLst/>
                <a:latin typeface="함초롬바탕"/>
              </a:rPr>
              <a:t>파일명에</a:t>
            </a:r>
            <a:r>
              <a:rPr lang="en-US" altLang="ko-KR" sz="2800" kern="0" spc="0" dirty="0">
                <a:solidFill>
                  <a:srgbClr val="000000"/>
                </a:solidFill>
                <a:effectLst/>
                <a:latin typeface="함초롬바탕"/>
              </a:rPr>
              <a:t> </a:t>
            </a:r>
            <a:r>
              <a:rPr lang="ko-KR" altLang="en-US" sz="2800" b="1" kern="0" dirty="0">
                <a:solidFill>
                  <a:srgbClr val="000000"/>
                </a:solidFill>
                <a:latin typeface="함초롬바탕"/>
              </a:rPr>
              <a:t>과목명</a:t>
            </a:r>
            <a:r>
              <a:rPr lang="en-US" altLang="ko-KR" sz="2800" b="1" kern="0" dirty="0">
                <a:solidFill>
                  <a:srgbClr val="000000"/>
                </a:solidFill>
                <a:latin typeface="함초롬바탕"/>
              </a:rPr>
              <a:t>, </a:t>
            </a:r>
            <a:r>
              <a:rPr lang="ko-KR" altLang="en-US" sz="2800" b="1" kern="0" dirty="0">
                <a:solidFill>
                  <a:srgbClr val="000000"/>
                </a:solidFill>
                <a:latin typeface="함초롬바탕"/>
              </a:rPr>
              <a:t>학과</a:t>
            </a:r>
            <a:r>
              <a:rPr lang="en-US" altLang="ko-KR" sz="2800" b="1" kern="0" dirty="0">
                <a:solidFill>
                  <a:srgbClr val="000000"/>
                </a:solidFill>
                <a:latin typeface="함초롬바탕"/>
              </a:rPr>
              <a:t>, </a:t>
            </a:r>
            <a:r>
              <a:rPr lang="ko-KR" altLang="en-US" sz="2800" b="1" kern="0" dirty="0">
                <a:solidFill>
                  <a:srgbClr val="000000"/>
                </a:solidFill>
                <a:latin typeface="함초롬바탕"/>
              </a:rPr>
              <a:t>학번</a:t>
            </a:r>
            <a:r>
              <a:rPr lang="en-US" altLang="ko-KR" sz="2800" b="1" kern="0" dirty="0">
                <a:solidFill>
                  <a:srgbClr val="000000"/>
                </a:solidFill>
                <a:latin typeface="함초롬바탕"/>
              </a:rPr>
              <a:t>, </a:t>
            </a:r>
            <a:r>
              <a:rPr lang="ko-KR" altLang="en-US" sz="2800" b="1" kern="0" dirty="0">
                <a:solidFill>
                  <a:srgbClr val="000000"/>
                </a:solidFill>
                <a:latin typeface="함초롬바탕"/>
              </a:rPr>
              <a:t>이름 </a:t>
            </a:r>
            <a:r>
              <a:rPr lang="ko-KR" altLang="en-US" sz="2800" kern="0" dirty="0">
                <a:solidFill>
                  <a:srgbClr val="000000"/>
                </a:solidFill>
                <a:latin typeface="함초롬바탕"/>
              </a:rPr>
              <a:t>기재하면 좋죠</a:t>
            </a:r>
            <a:r>
              <a:rPr lang="en-US" altLang="ko-KR" sz="2800" kern="0" dirty="0">
                <a:solidFill>
                  <a:srgbClr val="000000"/>
                </a:solidFill>
                <a:latin typeface="함초롬바탕"/>
              </a:rPr>
              <a:t>~</a:t>
            </a:r>
            <a:endParaRPr lang="en-US" altLang="ko-KR" sz="2800" kern="0" spc="0" dirty="0">
              <a:solidFill>
                <a:srgbClr val="000000"/>
              </a:solidFill>
              <a:effectLst/>
              <a:latin typeface="함초롬바탕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800" kern="0" spc="0" dirty="0">
                <a:solidFill>
                  <a:srgbClr val="000000"/>
                </a:solidFill>
                <a:effectLst/>
                <a:ea typeface="함초롬바탕"/>
              </a:rPr>
              <a:t>파이팅</a:t>
            </a:r>
            <a:r>
              <a:rPr lang="en-US" altLang="ko-KR" sz="2800" kern="0" spc="0" dirty="0">
                <a:solidFill>
                  <a:srgbClr val="000000"/>
                </a:solidFill>
                <a:effectLst/>
                <a:ea typeface="함초롬바탕"/>
              </a:rPr>
              <a:t>~</a:t>
            </a:r>
            <a:r>
              <a:rPr lang="ko-KR" altLang="en-US" sz="2800" kern="0" spc="0" dirty="0">
                <a:solidFill>
                  <a:srgbClr val="000000"/>
                </a:solidFill>
                <a:effectLst/>
                <a:ea typeface="함초롬바탕"/>
              </a:rPr>
              <a:t>파이팅</a:t>
            </a:r>
            <a:r>
              <a:rPr lang="en-US" altLang="ko-KR" sz="2800" kern="0" spc="0" dirty="0">
                <a:solidFill>
                  <a:srgbClr val="000000"/>
                </a:solidFill>
                <a:effectLst/>
                <a:latin typeface="함초롬바탕"/>
              </a:rPr>
              <a:t>!!!</a:t>
            </a:r>
            <a:r>
              <a:rPr lang="ko-KR" altLang="en-US" sz="2800" kern="0" spc="0" dirty="0">
                <a:solidFill>
                  <a:srgbClr val="000000"/>
                </a:solidFill>
                <a:effectLst/>
                <a:ea typeface="함초롬바탕"/>
              </a:rPr>
              <a:t>♥</a:t>
            </a:r>
            <a:endParaRPr lang="ko-KR" altLang="en-US" sz="2800" kern="0" spc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16090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2C9F64-7B66-AD11-FF07-30CAD3AE5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감점요인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86FEB8-AB54-7DD3-3799-3489FCBDA17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63352" y="1268760"/>
            <a:ext cx="11665296" cy="53804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200" i="0" dirty="0"/>
              <a:t>파일명과</a:t>
            </a:r>
            <a:r>
              <a:rPr lang="en-US" altLang="ko-KR" sz="2200" i="0" dirty="0"/>
              <a:t> </a:t>
            </a:r>
            <a:r>
              <a:rPr lang="ko-KR" altLang="en-US" sz="2200" i="0" dirty="0"/>
              <a:t>과제 파일 맨 위에 </a:t>
            </a:r>
            <a:r>
              <a:rPr lang="ko-KR" altLang="en-US" sz="2200" b="1" i="0" dirty="0"/>
              <a:t>과목명</a:t>
            </a:r>
            <a:r>
              <a:rPr lang="en-US" altLang="ko-KR" sz="2200" b="1" i="0" dirty="0"/>
              <a:t>, </a:t>
            </a:r>
            <a:r>
              <a:rPr lang="ko-KR" altLang="en-US" sz="2200" b="1" i="0" dirty="0"/>
              <a:t>학과</a:t>
            </a:r>
            <a:r>
              <a:rPr lang="en-US" altLang="ko-KR" sz="2200" b="1" i="0" dirty="0"/>
              <a:t>, </a:t>
            </a:r>
            <a:r>
              <a:rPr lang="ko-KR" altLang="en-US" sz="2200" b="1" i="0" dirty="0"/>
              <a:t>학번</a:t>
            </a:r>
            <a:r>
              <a:rPr lang="en-US" altLang="ko-KR" sz="2200" b="1" i="0" dirty="0"/>
              <a:t>, </a:t>
            </a:r>
            <a:r>
              <a:rPr lang="ko-KR" altLang="en-US" sz="2200" b="1" i="0" dirty="0"/>
              <a:t>이름</a:t>
            </a:r>
            <a:r>
              <a:rPr lang="ko-KR" altLang="en-US" sz="2200" i="0" dirty="0"/>
              <a:t> 기재 안 한 경우</a:t>
            </a:r>
            <a:endParaRPr lang="en-US" altLang="ko-KR" sz="2200" i="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200" i="0" dirty="0"/>
              <a:t>제시한 분량보다 </a:t>
            </a:r>
            <a:r>
              <a:rPr lang="ko-KR" altLang="en-US" sz="2200" b="1" i="0" dirty="0"/>
              <a:t>페이지 수가 적은 경우</a:t>
            </a:r>
            <a:endParaRPr lang="en-US" altLang="ko-KR" sz="2200" b="1" i="0" dirty="0"/>
          </a:p>
          <a:p>
            <a:pPr>
              <a:lnSpc>
                <a:spcPct val="150000"/>
              </a:lnSpc>
            </a:pPr>
            <a:r>
              <a:rPr lang="en-US" altLang="ko-KR" sz="2200" i="0" dirty="0"/>
              <a:t>     (</a:t>
            </a:r>
            <a:r>
              <a:rPr lang="ko-KR" altLang="en-US" sz="2200" i="0" dirty="0"/>
              <a:t>출처로 분량 채우는 것 포함</a:t>
            </a:r>
            <a:r>
              <a:rPr lang="en-US" altLang="ko-KR" sz="2200" i="0" dirty="0"/>
              <a:t>/</a:t>
            </a:r>
            <a:r>
              <a:rPr lang="ko-KR" altLang="en-US" sz="2200" i="0" dirty="0"/>
              <a:t>만약 출처 표기가 필요한 경우 </a:t>
            </a:r>
            <a:r>
              <a:rPr lang="en-US" altLang="ko-KR" sz="2200" i="0" dirty="0"/>
              <a:t>‘</a:t>
            </a:r>
            <a:r>
              <a:rPr lang="ko-KR" altLang="en-US" sz="2200" i="0" dirty="0"/>
              <a:t>미주</a:t>
            </a:r>
            <a:r>
              <a:rPr lang="en-US" altLang="ko-KR" sz="2200" i="0" dirty="0"/>
              <a:t>’ </a:t>
            </a:r>
            <a:r>
              <a:rPr lang="ko-KR" altLang="en-US" sz="2200" i="0" dirty="0"/>
              <a:t>형식으로 표기</a:t>
            </a:r>
            <a:r>
              <a:rPr lang="en-US" altLang="ko-KR" sz="2200" i="0" dirty="0"/>
              <a:t>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200" b="1" i="0" dirty="0"/>
              <a:t>맞춤법</a:t>
            </a:r>
            <a:r>
              <a:rPr lang="en-US" altLang="ko-KR" sz="2200" b="1" i="0" dirty="0"/>
              <a:t>, </a:t>
            </a:r>
            <a:r>
              <a:rPr lang="ko-KR" altLang="en-US" sz="2200" b="1" i="0" dirty="0"/>
              <a:t>띄어쓰기 오류</a:t>
            </a:r>
            <a:endParaRPr lang="en-US" altLang="ko-KR" sz="2200" b="1" i="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200" b="1" i="0" dirty="0"/>
              <a:t>글자 크기 본문 </a:t>
            </a:r>
            <a:r>
              <a:rPr lang="en-US" altLang="ko-KR" sz="2200" b="1" i="0" dirty="0"/>
              <a:t>10-11, </a:t>
            </a:r>
            <a:r>
              <a:rPr lang="ko-KR" altLang="en-US" sz="2200" b="1" i="0" dirty="0"/>
              <a:t>행간 </a:t>
            </a:r>
            <a:r>
              <a:rPr lang="en-US" altLang="ko-KR" sz="2200" b="1" i="0" dirty="0"/>
              <a:t>160-180, </a:t>
            </a:r>
            <a:r>
              <a:rPr lang="ko-KR" altLang="en-US" sz="2200" b="1" i="0" dirty="0"/>
              <a:t>제목 </a:t>
            </a:r>
            <a:r>
              <a:rPr lang="en-US" altLang="ko-KR" sz="2200" b="1" i="0" dirty="0"/>
              <a:t>13-15 </a:t>
            </a:r>
            <a:r>
              <a:rPr lang="ko-KR" altLang="en-US" sz="2200" i="0" dirty="0"/>
              <a:t>지켜지지 않는 경우</a:t>
            </a:r>
            <a:endParaRPr lang="en-US" altLang="ko-KR" sz="2200" i="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200" i="0" dirty="0" err="1"/>
              <a:t>레포트</a:t>
            </a:r>
            <a:r>
              <a:rPr lang="ko-KR" altLang="en-US" sz="2200" i="0" dirty="0"/>
              <a:t> 기본 형식</a:t>
            </a:r>
            <a:r>
              <a:rPr lang="en-US" altLang="ko-KR" sz="2200" i="0" dirty="0"/>
              <a:t>(</a:t>
            </a:r>
            <a:r>
              <a:rPr lang="ko-KR" altLang="en-US" sz="2200" b="1" i="0" dirty="0"/>
              <a:t>문단 나누기</a:t>
            </a:r>
            <a:r>
              <a:rPr lang="en-US" altLang="ko-KR" sz="2200" b="1" i="0" dirty="0"/>
              <a:t>, </a:t>
            </a:r>
            <a:r>
              <a:rPr lang="ko-KR" altLang="en-US" sz="2200" b="1" i="0" dirty="0"/>
              <a:t>문단 첫 줄 들여쓰기 </a:t>
            </a:r>
            <a:r>
              <a:rPr lang="ko-KR" altLang="en-US" sz="2200" i="0" dirty="0"/>
              <a:t>등</a:t>
            </a:r>
            <a:r>
              <a:rPr lang="en-US" altLang="ko-KR" sz="2200" i="0" dirty="0"/>
              <a:t>) </a:t>
            </a:r>
            <a:r>
              <a:rPr lang="ko-KR" altLang="en-US" sz="2200" i="0" dirty="0"/>
              <a:t>지켜지지 않는 경우</a:t>
            </a:r>
            <a:endParaRPr lang="en-US" altLang="ko-KR" sz="2200" i="0" dirty="0"/>
          </a:p>
        </p:txBody>
      </p:sp>
    </p:spTree>
    <p:extLst>
      <p:ext uri="{BB962C8B-B14F-4D97-AF65-F5344CB8AC3E}">
        <p14:creationId xmlns:p14="http://schemas.microsoft.com/office/powerpoint/2010/main" val="1070053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12F53A-B488-B951-A2E7-8BE6C9633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감점요인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6094B1-FCF8-F190-3C90-A7C9CE424F8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200" b="1" i="0" dirty="0"/>
              <a:t>인터넷 글 그대로 베껴 쓰는 경우</a:t>
            </a:r>
            <a:r>
              <a:rPr lang="en-US" altLang="ko-KR" sz="2200" i="0" dirty="0"/>
              <a:t>(</a:t>
            </a:r>
            <a:r>
              <a:rPr lang="ko-KR" altLang="en-US" sz="2200" i="0" dirty="0"/>
              <a:t>참고 정도는 가능</a:t>
            </a:r>
            <a:r>
              <a:rPr lang="en-US" altLang="ko-KR" sz="2200" i="0" dirty="0"/>
              <a:t>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200" i="0" dirty="0"/>
              <a:t>Chat GPT </a:t>
            </a:r>
            <a:r>
              <a:rPr lang="ko-KR" altLang="en-US" sz="2200" i="0" dirty="0"/>
              <a:t>등 </a:t>
            </a:r>
            <a:r>
              <a:rPr lang="en-US" altLang="ko-KR" sz="2200" b="1" i="0" dirty="0"/>
              <a:t>AI</a:t>
            </a:r>
            <a:r>
              <a:rPr lang="ko-KR" altLang="en-US" sz="2200" b="1" i="0" dirty="0"/>
              <a:t>를 이용한 과제 작성</a:t>
            </a:r>
            <a:endParaRPr lang="en-US" altLang="ko-KR" sz="2200" b="1" i="0" dirty="0"/>
          </a:p>
          <a:p>
            <a:pPr marL="0" indent="0">
              <a:lnSpc>
                <a:spcPct val="150000"/>
              </a:lnSpc>
            </a:pPr>
            <a:r>
              <a:rPr lang="en-US" altLang="ko-KR" sz="2200" i="0" dirty="0"/>
              <a:t> - </a:t>
            </a:r>
            <a:r>
              <a:rPr lang="ko-KR" altLang="en-US" sz="2200" i="0" dirty="0"/>
              <a:t>여러분들이 레포트에 쓴 단어</a:t>
            </a:r>
            <a:r>
              <a:rPr lang="en-US" altLang="ko-KR" sz="2200" i="0" dirty="0"/>
              <a:t>, </a:t>
            </a:r>
            <a:r>
              <a:rPr lang="ko-KR" altLang="en-US" sz="2200" i="0" dirty="0"/>
              <a:t>문장 구조들을 보면 알 수 있습니다</a:t>
            </a:r>
            <a:r>
              <a:rPr lang="en-US" altLang="ko-KR" sz="2200" i="0" dirty="0"/>
              <a:t>.   </a:t>
            </a:r>
            <a:r>
              <a:rPr lang="ko-KR" altLang="en-US" sz="2200" i="0" dirty="0"/>
              <a:t>꼭 본인의 생각을 기반으로 작성해 주세요</a:t>
            </a:r>
            <a:r>
              <a:rPr lang="en-US" altLang="ko-KR" sz="2200" i="0" dirty="0"/>
              <a:t>.</a:t>
            </a:r>
          </a:p>
          <a:p>
            <a:pPr marL="0" indent="0">
              <a:lnSpc>
                <a:spcPct val="150000"/>
              </a:lnSpc>
            </a:pPr>
            <a:endParaRPr lang="en-US" altLang="ko-KR" sz="2200" i="0" dirty="0">
              <a:solidFill>
                <a:srgbClr val="FF0000"/>
              </a:solidFill>
              <a:latin typeface="맑은 고딕" panose="020B0503020000020004" pitchFamily="50" charset="-127"/>
            </a:endParaRPr>
          </a:p>
          <a:p>
            <a:pPr marL="0" indent="0">
              <a:lnSpc>
                <a:spcPct val="150000"/>
              </a:lnSpc>
            </a:pPr>
            <a:r>
              <a:rPr lang="ko-KR" altLang="ko-KR" sz="2200" b="1" i="0" dirty="0">
                <a:solidFill>
                  <a:srgbClr val="FF0000"/>
                </a:solidFill>
                <a:latin typeface="맑은 고딕" panose="020B0503020000020004" pitchFamily="50" charset="-127"/>
              </a:rPr>
              <a:t>※</a:t>
            </a:r>
            <a:r>
              <a:rPr lang="en-US" altLang="ko-KR" sz="2200" b="1" i="0" dirty="0">
                <a:solidFill>
                  <a:srgbClr val="FF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2200" b="1" i="0" dirty="0">
                <a:solidFill>
                  <a:srgbClr val="FF0000"/>
                </a:solidFill>
                <a:latin typeface="맑은 고딕" panose="020B0503020000020004" pitchFamily="50" charset="-127"/>
              </a:rPr>
              <a:t>과제 제출 전 본인의 과제물을 다시 한번 읽고 이 모든 요인들을 꼼꼼히 검토 후 제출해 주세요</a:t>
            </a:r>
            <a:r>
              <a:rPr lang="en-US" altLang="ko-KR" sz="2200" b="1" i="0" dirty="0">
                <a:solidFill>
                  <a:srgbClr val="FF0000"/>
                </a:solidFill>
                <a:latin typeface="맑은 고딕" panose="020B0503020000020004" pitchFamily="50" charset="-127"/>
              </a:rPr>
              <a:t>!</a:t>
            </a:r>
            <a:endParaRPr lang="en-US" altLang="ko-KR" sz="2200" b="1" i="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ko-KR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024053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407368" y="2618910"/>
            <a:ext cx="6264696" cy="1620180"/>
          </a:xfrm>
          <a:noFill/>
        </p:spPr>
        <p:txBody>
          <a:bodyPr/>
          <a:lstStyle/>
          <a:p>
            <a:pPr algn="l"/>
            <a:r>
              <a:rPr lang="ko-KR" altLang="en-US" sz="3600" dirty="0">
                <a:solidFill>
                  <a:srgbClr val="F6B1AC"/>
                </a:solidFill>
              </a:rPr>
              <a:t>여러분 </a:t>
            </a:r>
            <a:br>
              <a:rPr lang="en-US" altLang="ko-KR" sz="3600" dirty="0">
                <a:solidFill>
                  <a:srgbClr val="F6B1AC"/>
                </a:solidFill>
              </a:rPr>
            </a:br>
            <a:r>
              <a:rPr lang="ko-KR" altLang="en-US" sz="3600" dirty="0">
                <a:solidFill>
                  <a:srgbClr val="F6B1AC"/>
                </a:solidFill>
              </a:rPr>
              <a:t>중간과제 파이팅</a:t>
            </a:r>
            <a:r>
              <a:rPr lang="en-US" altLang="ko-KR" sz="3600" dirty="0">
                <a:solidFill>
                  <a:srgbClr val="F6B1AC"/>
                </a:solidFill>
              </a:rPr>
              <a:t>!!</a:t>
            </a:r>
            <a:br>
              <a:rPr lang="en-US" altLang="ko-KR" sz="3600" dirty="0">
                <a:solidFill>
                  <a:srgbClr val="F6B1AC"/>
                </a:solidFill>
              </a:rPr>
            </a:br>
            <a:r>
              <a:rPr lang="ko-KR" altLang="en-US" sz="3600" dirty="0" err="1">
                <a:solidFill>
                  <a:srgbClr val="F6B1AC"/>
                </a:solidFill>
              </a:rPr>
              <a:t>중간셤들도</a:t>
            </a:r>
            <a:r>
              <a:rPr lang="ko-KR" altLang="en-US" sz="3600" dirty="0">
                <a:solidFill>
                  <a:srgbClr val="F6B1AC"/>
                </a:solidFill>
              </a:rPr>
              <a:t> 아자아자</a:t>
            </a:r>
            <a:r>
              <a:rPr lang="en-US" altLang="ko-KR" sz="3600" dirty="0">
                <a:solidFill>
                  <a:srgbClr val="F6B1AC"/>
                </a:solidFill>
              </a:rPr>
              <a:t>!!</a:t>
            </a:r>
            <a:br>
              <a:rPr lang="en-US" altLang="ko-KR" sz="3600" dirty="0">
                <a:solidFill>
                  <a:srgbClr val="F6B1AC"/>
                </a:solidFill>
              </a:rPr>
            </a:br>
            <a:br>
              <a:rPr lang="en-US" altLang="ko-KR" sz="3600" dirty="0">
                <a:solidFill>
                  <a:srgbClr val="F6B1AC"/>
                </a:solidFill>
              </a:rPr>
            </a:br>
            <a:r>
              <a:rPr lang="ko-KR" altLang="en-US" sz="3600" dirty="0">
                <a:solidFill>
                  <a:srgbClr val="9FDEC3"/>
                </a:solidFill>
              </a:rPr>
              <a:t>다음 수업 때</a:t>
            </a:r>
            <a:r>
              <a:rPr lang="ko-KR" altLang="en-US" sz="3600" dirty="0">
                <a:solidFill>
                  <a:srgbClr val="F6B1AC"/>
                </a:solidFill>
              </a:rPr>
              <a:t> </a:t>
            </a:r>
            <a:r>
              <a:rPr lang="ko-KR" altLang="en-US" sz="3600" dirty="0">
                <a:solidFill>
                  <a:srgbClr val="9FDEC3"/>
                </a:solidFill>
              </a:rPr>
              <a:t>만나요</a:t>
            </a:r>
            <a:r>
              <a:rPr lang="en-US" altLang="ko-KR" sz="3600" dirty="0">
                <a:solidFill>
                  <a:srgbClr val="9FDEC3"/>
                </a:solidFill>
              </a:rPr>
              <a:t>~</a:t>
            </a:r>
            <a:br>
              <a:rPr lang="en-US" altLang="ko-KR" sz="3600" dirty="0">
                <a:solidFill>
                  <a:srgbClr val="9FDEC3"/>
                </a:solidFill>
              </a:rPr>
            </a:br>
            <a:br>
              <a:rPr lang="en-US" altLang="ko-KR" sz="3600" dirty="0">
                <a:solidFill>
                  <a:srgbClr val="F6B1AC"/>
                </a:solidFill>
              </a:rPr>
            </a:br>
            <a:r>
              <a:rPr lang="en-US" altLang="ko-KR" sz="3600" dirty="0">
                <a:solidFill>
                  <a:srgbClr val="F6B1AC"/>
                </a:solidFill>
              </a:rPr>
              <a:t>10</a:t>
            </a:r>
            <a:r>
              <a:rPr lang="ko-KR" altLang="en-US" sz="3600" dirty="0"/>
              <a:t>월 </a:t>
            </a:r>
            <a:r>
              <a:rPr lang="en-US" altLang="ko-KR" sz="3600" dirty="0">
                <a:solidFill>
                  <a:srgbClr val="F6B1AC"/>
                </a:solidFill>
              </a:rPr>
              <a:t>20</a:t>
            </a:r>
            <a:r>
              <a:rPr lang="ko-KR" altLang="en-US" sz="3600" dirty="0"/>
              <a:t>일</a:t>
            </a:r>
            <a:r>
              <a:rPr lang="en-US" altLang="ko-KR" sz="3600" dirty="0"/>
              <a:t>(</a:t>
            </a:r>
            <a:r>
              <a:rPr lang="ko-KR" altLang="en-US" sz="3600" dirty="0"/>
              <a:t>월</a:t>
            </a:r>
            <a:r>
              <a:rPr lang="en-US" altLang="ko-KR" sz="3600" dirty="0"/>
              <a:t>)</a:t>
            </a:r>
            <a:r>
              <a:rPr lang="ko-KR" altLang="en-US" sz="3600" dirty="0"/>
              <a:t>오전 </a:t>
            </a:r>
            <a:r>
              <a:rPr lang="en-US" altLang="ko-KR" sz="3600" dirty="0"/>
              <a:t>10</a:t>
            </a:r>
            <a:r>
              <a:rPr lang="ko-KR" altLang="en-US" sz="3600" dirty="0"/>
              <a:t>시부터 </a:t>
            </a:r>
            <a:r>
              <a:rPr lang="en-US" altLang="ko-KR" sz="3600" dirty="0"/>
              <a:t>26</a:t>
            </a:r>
            <a:r>
              <a:rPr lang="ko-KR" altLang="en-US" sz="3600" dirty="0"/>
              <a:t>일</a:t>
            </a:r>
            <a:r>
              <a:rPr lang="en-US" altLang="ko-KR" sz="3600" dirty="0"/>
              <a:t>(</a:t>
            </a:r>
            <a:r>
              <a:rPr lang="ko-KR" altLang="en-US" sz="3600" dirty="0"/>
              <a:t>일</a:t>
            </a:r>
            <a:r>
              <a:rPr lang="en-US" altLang="ko-KR" sz="3600" dirty="0"/>
              <a:t>)</a:t>
            </a:r>
            <a:r>
              <a:rPr lang="ko-KR" altLang="en-US" sz="3600" dirty="0"/>
              <a:t>밤</a:t>
            </a:r>
            <a:r>
              <a:rPr lang="en-US" altLang="ko-KR" sz="3600" dirty="0"/>
              <a:t>11</a:t>
            </a:r>
            <a:r>
              <a:rPr lang="ko-KR" altLang="en-US" sz="3600" dirty="0"/>
              <a:t>시 </a:t>
            </a:r>
            <a:r>
              <a:rPr lang="en-US" altLang="ko-KR" sz="3600" dirty="0"/>
              <a:t>59</a:t>
            </a:r>
            <a:r>
              <a:rPr lang="ko-KR" altLang="en-US" sz="3600" dirty="0"/>
              <a:t>분까지 </a:t>
            </a:r>
            <a:br>
              <a:rPr lang="en-US" altLang="ko-KR" sz="3600" dirty="0">
                <a:solidFill>
                  <a:srgbClr val="F6B1AC"/>
                </a:solidFill>
              </a:rPr>
            </a:br>
            <a:r>
              <a:rPr lang="ko-KR" altLang="en-US" sz="3600" dirty="0" err="1">
                <a:solidFill>
                  <a:srgbClr val="F6B1AC"/>
                </a:solidFill>
              </a:rPr>
              <a:t>과제내는거</a:t>
            </a:r>
            <a:r>
              <a:rPr lang="ko-KR" altLang="en-US" sz="3600" dirty="0">
                <a:solidFill>
                  <a:srgbClr val="F6B1AC"/>
                </a:solidFill>
              </a:rPr>
              <a:t> </a:t>
            </a:r>
            <a:r>
              <a:rPr lang="ko-KR" altLang="en-US" sz="3600" dirty="0" err="1"/>
              <a:t>잊지말기</a:t>
            </a:r>
            <a:r>
              <a:rPr lang="en-US" altLang="ko-KR" sz="3600" dirty="0">
                <a:solidFill>
                  <a:srgbClr val="F6B1AC"/>
                </a:solidFill>
              </a:rPr>
              <a:t>!!</a:t>
            </a:r>
            <a:br>
              <a:rPr lang="en-US" altLang="ko-KR" sz="3600" dirty="0">
                <a:solidFill>
                  <a:srgbClr val="F6B1AC"/>
                </a:solidFill>
              </a:rPr>
            </a:br>
            <a:r>
              <a:rPr lang="ko-KR" altLang="en-US" sz="3600" dirty="0">
                <a:solidFill>
                  <a:srgbClr val="F6B1AC"/>
                </a:solidFill>
              </a:rPr>
              <a:t>기한 지나면 </a:t>
            </a:r>
            <a:r>
              <a:rPr lang="ko-KR" altLang="en-US" sz="3600" dirty="0" err="1">
                <a:solidFill>
                  <a:srgbClr val="F6B1AC"/>
                </a:solidFill>
              </a:rPr>
              <a:t>안받음</a:t>
            </a:r>
            <a:r>
              <a:rPr lang="en-US" altLang="ko-KR" sz="3600" dirty="0">
                <a:solidFill>
                  <a:srgbClr val="F6B1AC"/>
                </a:solidFill>
              </a:rPr>
              <a:t>!!</a:t>
            </a:r>
            <a:endParaRPr lang="ko-KR" altLang="en-US" sz="3600" dirty="0">
              <a:solidFill>
                <a:srgbClr val="9FDEC3"/>
              </a:solidFill>
            </a:endParaRPr>
          </a:p>
        </p:txBody>
      </p:sp>
      <p:pic>
        <p:nvPicPr>
          <p:cNvPr id="9" name="그림 8" descr="사람, 벽, 먹는, 여자이(가) 표시된 사진&#10;&#10;자동 생성된 설명">
            <a:extLst>
              <a:ext uri="{FF2B5EF4-FFF2-40B4-BE49-F238E27FC236}">
                <a16:creationId xmlns:a16="http://schemas.microsoft.com/office/drawing/2014/main" id="{30825F60-D3EA-4BAD-9D69-031A4A6F7A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4232" y="2420888"/>
            <a:ext cx="2574286" cy="34323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Calibri"/>
        <a:ea typeface="맑은 고딕"/>
        <a:cs typeface=""/>
      </a:majorFont>
      <a:minorFont>
        <a:latin typeface="Calibri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700</Words>
  <Application>Microsoft Office PowerPoint</Application>
  <PresentationFormat>와이드스크린</PresentationFormat>
  <Paragraphs>73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Calibri Light</vt:lpstr>
      <vt:lpstr>굴림체</vt:lpstr>
      <vt:lpstr>Arial</vt:lpstr>
      <vt:lpstr>맑은 고딕</vt:lpstr>
      <vt:lpstr>함초롬바탕</vt:lpstr>
      <vt:lpstr>Office 테마</vt:lpstr>
      <vt:lpstr>대중 예술의 이해 중간 대체 레폿 관련 공지!! </vt:lpstr>
      <vt:lpstr>다음주 10월 20일(월)-26(일) tls 과제란에 제출!! *과제란은 20일 오전에 만들어집니다^^ </vt:lpstr>
      <vt:lpstr>PowerPoint 프레젠테이션</vt:lpstr>
      <vt:lpstr>여러분의 질문을 모아모아모아서 정리!!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감점요인</vt:lpstr>
      <vt:lpstr>감점요인</vt:lpstr>
      <vt:lpstr>여러분  중간과제 파이팅!! 중간셤들도 아자아자!!  다음 수업 때 만나요~  10월 20일(월)오전 10시부터 26일(일)밤11시 59분까지  과제내는거 잊지말기!! 기한 지나면 안받음!!</vt:lpstr>
    </vt:vector>
  </TitlesOfParts>
  <Manager>Slide Members</Manager>
  <Company>YESFORM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Members</dc:title>
  <dc:subject>Powerpoint Templates , Diagram, Chart, Google slides, Keynote</dc:subject>
  <dc:creator>Slide Members by HS.SEO</dc:creator>
  <cp:keywords>SlideMembers, ppt, PPT Templates, Presentation, Diagram, Chart, Yesform, Google slides, Keynote, Free Slides</cp:keywords>
  <dc:description>The copyright of this document is at Slide Members. Unauthorized copying may result in legal sanctions.</dc:description>
  <cp:lastModifiedBy>선아 문</cp:lastModifiedBy>
  <cp:revision>30</cp:revision>
  <dcterms:created xsi:type="dcterms:W3CDTF">2010-02-01T08:03:16Z</dcterms:created>
  <dcterms:modified xsi:type="dcterms:W3CDTF">2025-09-29T11:27:24Z</dcterms:modified>
  <cp:category>www.slidemembers.com</cp:category>
</cp:coreProperties>
</file>